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62" r:id="rId3"/>
    <p:sldId id="264" r:id="rId4"/>
    <p:sldId id="265" r:id="rId5"/>
    <p:sldId id="266" r:id="rId6"/>
    <p:sldId id="267" r:id="rId7"/>
    <p:sldId id="280" r:id="rId8"/>
    <p:sldId id="268" r:id="rId9"/>
    <p:sldId id="278" r:id="rId10"/>
    <p:sldId id="269" r:id="rId11"/>
    <p:sldId id="281" r:id="rId12"/>
    <p:sldId id="270" r:id="rId13"/>
    <p:sldId id="279" r:id="rId14"/>
    <p:sldId id="271" r:id="rId15"/>
    <p:sldId id="282" r:id="rId16"/>
    <p:sldId id="275" r:id="rId17"/>
    <p:sldId id="283" r:id="rId18"/>
    <p:sldId id="272" r:id="rId19"/>
    <p:sldId id="273" r:id="rId20"/>
    <p:sldId id="289" r:id="rId21"/>
    <p:sldId id="276" r:id="rId22"/>
    <p:sldId id="284" r:id="rId23"/>
    <p:sldId id="285" r:id="rId24"/>
    <p:sldId id="286" r:id="rId25"/>
    <p:sldId id="287" r:id="rId26"/>
    <p:sldId id="288" r:id="rId27"/>
    <p:sldId id="260" r:id="rId28"/>
    <p:sldId id="291" r:id="rId29"/>
    <p:sldId id="292" r:id="rId30"/>
    <p:sldId id="295" r:id="rId31"/>
    <p:sldId id="296" r:id="rId32"/>
    <p:sldId id="294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8" r:id="rId43"/>
    <p:sldId id="309" r:id="rId44"/>
    <p:sldId id="310" r:id="rId45"/>
    <p:sldId id="306" r:id="rId46"/>
    <p:sldId id="328" r:id="rId47"/>
    <p:sldId id="311" r:id="rId48"/>
    <p:sldId id="312" r:id="rId49"/>
    <p:sldId id="313" r:id="rId50"/>
    <p:sldId id="290" r:id="rId51"/>
    <p:sldId id="315" r:id="rId52"/>
    <p:sldId id="318" r:id="rId53"/>
    <p:sldId id="323" r:id="rId54"/>
    <p:sldId id="316" r:id="rId55"/>
    <p:sldId id="314" r:id="rId56"/>
    <p:sldId id="319" r:id="rId57"/>
    <p:sldId id="325" r:id="rId58"/>
    <p:sldId id="321" r:id="rId59"/>
    <p:sldId id="326" r:id="rId60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BEAD40-3607-DBC8-D96A-85011C2FA95F}" v="203" dt="2025-01-17T15:00:59.091"/>
    <p1510:client id="{1FA7D400-9E49-90E0-5EFA-78D2F3EE292B}" v="83" dt="2025-01-18T18:27:18.063"/>
    <p1510:client id="{227A9782-2A86-18FA-C3F9-8BB5A17F05F5}" v="488" dt="2025-01-18T16:53:58.655"/>
    <p1510:client id="{69B5E9DD-917B-9A67-E41F-4719084506C4}" v="648" dt="2025-01-18T01:32:42.529"/>
    <p1510:client id="{7B747F63-B3AC-19B3-EDC8-9D6F4DB3774E}" v="2" dt="2025-01-18T18:48:38.150"/>
    <p1510:client id="{D149BA64-2701-13F7-2211-FE39DABBADEA}" v="362" dt="2025-01-17T14:40:43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matar" userId="4c7aac9de00460d4" providerId="Windows Live" clId="Web-{D149BA64-2701-13F7-2211-FE39DABBADEA}"/>
    <pc:docChg chg="addSld delSld modSld sldOrd modMainMaster">
      <pc:chgData name="ahmad matar" userId="4c7aac9de00460d4" providerId="Windows Live" clId="Web-{D149BA64-2701-13F7-2211-FE39DABBADEA}" dt="2025-01-17T14:40:48.235" v="498"/>
      <pc:docMkLst>
        <pc:docMk/>
      </pc:docMkLst>
      <pc:sldChg chg="addSp delSp modSp mod setBg modClrScheme chgLayout">
        <pc:chgData name="ahmad matar" userId="4c7aac9de00460d4" providerId="Windows Live" clId="Web-{D149BA64-2701-13F7-2211-FE39DABBADEA}" dt="2025-01-17T14:15:58.925" v="383"/>
        <pc:sldMkLst>
          <pc:docMk/>
          <pc:sldMk cId="2478401907" sldId="256"/>
        </pc:sldMkLst>
        <pc:spChg chg="del">
          <ac:chgData name="ahmad matar" userId="4c7aac9de00460d4" providerId="Windows Live" clId="Web-{D149BA64-2701-13F7-2211-FE39DABBADEA}" dt="2025-01-17T13:58:37.867" v="9"/>
          <ac:spMkLst>
            <pc:docMk/>
            <pc:sldMk cId="2478401907" sldId="256"/>
            <ac:spMk id="2" creationId="{00000000-0000-0000-0000-000000000000}"/>
          </ac:spMkLst>
        </pc:spChg>
        <pc:spChg chg="del">
          <ac:chgData name="ahmad matar" userId="4c7aac9de00460d4" providerId="Windows Live" clId="Web-{D149BA64-2701-13F7-2211-FE39DABBADEA}" dt="2025-01-17T13:58:36.742" v="8"/>
          <ac:spMkLst>
            <pc:docMk/>
            <pc:sldMk cId="2478401907" sldId="256"/>
            <ac:spMk id="3" creationId="{00000000-0000-0000-0000-000000000000}"/>
          </ac:spMkLst>
        </pc:spChg>
        <pc:spChg chg="add mod">
          <ac:chgData name="ahmad matar" userId="4c7aac9de00460d4" providerId="Windows Live" clId="Web-{D149BA64-2701-13F7-2211-FE39DABBADEA}" dt="2025-01-17T14:07:52.530" v="257"/>
          <ac:spMkLst>
            <pc:docMk/>
            <pc:sldMk cId="2478401907" sldId="256"/>
            <ac:spMk id="4" creationId="{D3AF1725-D272-3739-23BD-CE4458C23364}"/>
          </ac:spMkLst>
        </pc:spChg>
        <pc:spChg chg="add mod">
          <ac:chgData name="ahmad matar" userId="4c7aac9de00460d4" providerId="Windows Live" clId="Web-{D149BA64-2701-13F7-2211-FE39DABBADEA}" dt="2025-01-17T14:07:52.530" v="257"/>
          <ac:spMkLst>
            <pc:docMk/>
            <pc:sldMk cId="2478401907" sldId="256"/>
            <ac:spMk id="5" creationId="{C3C75044-A65C-DB6D-8A4E-D9F95D6C2162}"/>
          </ac:spMkLst>
        </pc:spChg>
        <pc:spChg chg="add del">
          <ac:chgData name="ahmad matar" userId="4c7aac9de00460d4" providerId="Windows Live" clId="Web-{D149BA64-2701-13F7-2211-FE39DABBADEA}" dt="2025-01-17T14:07:49.374" v="254"/>
          <ac:spMkLst>
            <pc:docMk/>
            <pc:sldMk cId="2478401907" sldId="256"/>
            <ac:spMk id="10" creationId="{081EA652-8C6A-4E69-BEB9-170809474553}"/>
          </ac:spMkLst>
        </pc:spChg>
        <pc:spChg chg="add del">
          <ac:chgData name="ahmad matar" userId="4c7aac9de00460d4" providerId="Windows Live" clId="Web-{D149BA64-2701-13F7-2211-FE39DABBADEA}" dt="2025-01-17T14:07:49.374" v="254"/>
          <ac:spMkLst>
            <pc:docMk/>
            <pc:sldMk cId="2478401907" sldId="256"/>
            <ac:spMk id="12" creationId="{5298780A-33B9-4EA2-8F67-DE68AD62841B}"/>
          </ac:spMkLst>
        </pc:spChg>
        <pc:spChg chg="add del">
          <ac:chgData name="ahmad matar" userId="4c7aac9de00460d4" providerId="Windows Live" clId="Web-{D149BA64-2701-13F7-2211-FE39DABBADEA}" dt="2025-01-17T14:07:49.374" v="254"/>
          <ac:spMkLst>
            <pc:docMk/>
            <pc:sldMk cId="2478401907" sldId="256"/>
            <ac:spMk id="14" creationId="{7F488E8B-4E1E-4402-8935-D4E6C02615C7}"/>
          </ac:spMkLst>
        </pc:spChg>
        <pc:spChg chg="add del">
          <ac:chgData name="ahmad matar" userId="4c7aac9de00460d4" providerId="Windows Live" clId="Web-{D149BA64-2701-13F7-2211-FE39DABBADEA}" dt="2025-01-17T14:07:52.514" v="256"/>
          <ac:spMkLst>
            <pc:docMk/>
            <pc:sldMk cId="2478401907" sldId="256"/>
            <ac:spMk id="18" creationId="{C2554CA6-288E-4202-BC52-2E5A8F0C0AED}"/>
          </ac:spMkLst>
        </pc:spChg>
        <pc:spChg chg="add del">
          <ac:chgData name="ahmad matar" userId="4c7aac9de00460d4" providerId="Windows Live" clId="Web-{D149BA64-2701-13F7-2211-FE39DABBADEA}" dt="2025-01-17T14:07:52.514" v="256"/>
          <ac:spMkLst>
            <pc:docMk/>
            <pc:sldMk cId="2478401907" sldId="256"/>
            <ac:spMk id="19" creationId="{B10BB131-AC8E-4A8E-A5D1-36260F720C3B}"/>
          </ac:spMkLst>
        </pc:spChg>
        <pc:spChg chg="add del">
          <ac:chgData name="ahmad matar" userId="4c7aac9de00460d4" providerId="Windows Live" clId="Web-{D149BA64-2701-13F7-2211-FE39DABBADEA}" dt="2025-01-17T14:07:52.514" v="256"/>
          <ac:spMkLst>
            <pc:docMk/>
            <pc:sldMk cId="2478401907" sldId="256"/>
            <ac:spMk id="20" creationId="{5B7778FC-632E-4DCA-A7CB-0D7731CCF970}"/>
          </ac:spMkLst>
        </pc:spChg>
        <pc:spChg chg="add del">
          <ac:chgData name="ahmad matar" userId="4c7aac9de00460d4" providerId="Windows Live" clId="Web-{D149BA64-2701-13F7-2211-FE39DABBADEA}" dt="2025-01-17T14:07:52.514" v="256"/>
          <ac:spMkLst>
            <pc:docMk/>
            <pc:sldMk cId="2478401907" sldId="256"/>
            <ac:spMk id="21" creationId="{FA23A907-97FB-4A8F-880A-DD77401C4296}"/>
          </ac:spMkLst>
        </pc:spChg>
        <pc:spChg chg="add del">
          <ac:chgData name="ahmad matar" userId="4c7aac9de00460d4" providerId="Windows Live" clId="Web-{D149BA64-2701-13F7-2211-FE39DABBADEA}" dt="2025-01-17T14:08:07.718" v="259"/>
          <ac:spMkLst>
            <pc:docMk/>
            <pc:sldMk cId="2478401907" sldId="256"/>
            <ac:spMk id="22" creationId="{88853921-7BC9-4BDE-ACAB-133C683C82D6}"/>
          </ac:spMkLst>
        </pc:spChg>
        <pc:spChg chg="add del">
          <ac:chgData name="ahmad matar" userId="4c7aac9de00460d4" providerId="Windows Live" clId="Web-{D149BA64-2701-13F7-2211-FE39DABBADEA}" dt="2025-01-17T14:08:07.718" v="259"/>
          <ac:spMkLst>
            <pc:docMk/>
            <pc:sldMk cId="2478401907" sldId="256"/>
            <ac:spMk id="23" creationId="{F837543A-6020-4505-A233-C9DB4BF74011}"/>
          </ac:spMkLst>
        </pc:spChg>
        <pc:spChg chg="add del">
          <ac:chgData name="ahmad matar" userId="4c7aac9de00460d4" providerId="Windows Live" clId="Web-{D149BA64-2701-13F7-2211-FE39DABBADEA}" dt="2025-01-17T14:08:07.718" v="259"/>
          <ac:spMkLst>
            <pc:docMk/>
            <pc:sldMk cId="2478401907" sldId="256"/>
            <ac:spMk id="24" creationId="{09192968-3AE7-4470-A61C-97294BB92731}"/>
          </ac:spMkLst>
        </pc:spChg>
        <pc:spChg chg="add del">
          <ac:chgData name="ahmad matar" userId="4c7aac9de00460d4" providerId="Windows Live" clId="Web-{D149BA64-2701-13F7-2211-FE39DABBADEA}" dt="2025-01-17T14:08:07.718" v="259"/>
          <ac:spMkLst>
            <pc:docMk/>
            <pc:sldMk cId="2478401907" sldId="256"/>
            <ac:spMk id="25" creationId="{35B16301-FB18-48BA-A6DD-C37CAF6F9A18}"/>
          </ac:spMkLst>
        </pc:spChg>
        <pc:spChg chg="add del">
          <ac:chgData name="ahmad matar" userId="4c7aac9de00460d4" providerId="Windows Live" clId="Web-{D149BA64-2701-13F7-2211-FE39DABBADEA}" dt="2025-01-17T14:08:07.718" v="259"/>
          <ac:spMkLst>
            <pc:docMk/>
            <pc:sldMk cId="2478401907" sldId="256"/>
            <ac:spMk id="26" creationId="{3AB72E55-43E4-4356-BFE8-E2102CB0B505}"/>
          </ac:spMkLst>
        </pc:spChg>
        <pc:spChg chg="add del">
          <ac:chgData name="ahmad matar" userId="4c7aac9de00460d4" providerId="Windows Live" clId="Web-{D149BA64-2701-13F7-2211-FE39DABBADEA}" dt="2025-01-17T14:08:07.718" v="259"/>
          <ac:spMkLst>
            <pc:docMk/>
            <pc:sldMk cId="2478401907" sldId="256"/>
            <ac:spMk id="27" creationId="{C3C0D90E-074A-4F52-9B11-B52BEF4BCBE5}"/>
          </ac:spMkLst>
        </pc:spChg>
        <pc:spChg chg="add del">
          <ac:chgData name="ahmad matar" userId="4c7aac9de00460d4" providerId="Windows Live" clId="Web-{D149BA64-2701-13F7-2211-FE39DABBADEA}" dt="2025-01-17T14:08:07.718" v="259"/>
          <ac:spMkLst>
            <pc:docMk/>
            <pc:sldMk cId="2478401907" sldId="256"/>
            <ac:spMk id="28" creationId="{CABBD4C1-E6F8-46F6-8152-A8A97490BF4D}"/>
          </ac:spMkLst>
        </pc:spChg>
        <pc:spChg chg="add">
          <ac:chgData name="ahmad matar" userId="4c7aac9de00460d4" providerId="Windows Live" clId="Web-{D149BA64-2701-13F7-2211-FE39DABBADEA}" dt="2025-01-17T14:07:52.530" v="257"/>
          <ac:spMkLst>
            <pc:docMk/>
            <pc:sldMk cId="2478401907" sldId="256"/>
            <ac:spMk id="29" creationId="{83BA5EF5-1FE9-4BF9-83BB-269BCDDF6156}"/>
          </ac:spMkLst>
        </pc:spChg>
        <pc:spChg chg="add">
          <ac:chgData name="ahmad matar" userId="4c7aac9de00460d4" providerId="Windows Live" clId="Web-{D149BA64-2701-13F7-2211-FE39DABBADEA}" dt="2025-01-17T14:08:07.718" v="259"/>
          <ac:spMkLst>
            <pc:docMk/>
            <pc:sldMk cId="2478401907" sldId="256"/>
            <ac:spMk id="37" creationId="{DB304A14-32D0-4873-B914-423ED7B8DAFD}"/>
          </ac:spMkLst>
        </pc:spChg>
        <pc:spChg chg="add">
          <ac:chgData name="ahmad matar" userId="4c7aac9de00460d4" providerId="Windows Live" clId="Web-{D149BA64-2701-13F7-2211-FE39DABBADEA}" dt="2025-01-17T14:08:07.718" v="259"/>
          <ac:spMkLst>
            <pc:docMk/>
            <pc:sldMk cId="2478401907" sldId="256"/>
            <ac:spMk id="39" creationId="{1D460C86-854F-4FB3-ABC2-E823D8FEB9DB}"/>
          </ac:spMkLst>
        </pc:spChg>
        <pc:spChg chg="add">
          <ac:chgData name="ahmad matar" userId="4c7aac9de00460d4" providerId="Windows Live" clId="Web-{D149BA64-2701-13F7-2211-FE39DABBADEA}" dt="2025-01-17T14:08:07.718" v="259"/>
          <ac:spMkLst>
            <pc:docMk/>
            <pc:sldMk cId="2478401907" sldId="256"/>
            <ac:spMk id="41" creationId="{BB48116A-278A-4CC5-89D3-9DE8E8FF1245}"/>
          </ac:spMkLst>
        </pc:spChg>
        <pc:cxnChg chg="add del">
          <ac:chgData name="ahmad matar" userId="4c7aac9de00460d4" providerId="Windows Live" clId="Web-{D149BA64-2701-13F7-2211-FE39DABBADEA}" dt="2025-01-17T14:07:49.374" v="254"/>
          <ac:cxnSpMkLst>
            <pc:docMk/>
            <pc:sldMk cId="2478401907" sldId="256"/>
            <ac:cxnSpMk id="16" creationId="{23AAC9B5-8015-485C-ACF9-A750390E9A56}"/>
          </ac:cxnSpMkLst>
        </pc:cxnChg>
      </pc:sldChg>
      <pc:sldChg chg="addSp delSp modSp new mod setBg">
        <pc:chgData name="ahmad matar" userId="4c7aac9de00460d4" providerId="Windows Live" clId="Web-{D149BA64-2701-13F7-2211-FE39DABBADEA}" dt="2025-01-17T14:15:58.925" v="383"/>
        <pc:sldMkLst>
          <pc:docMk/>
          <pc:sldMk cId="4061912223" sldId="257"/>
        </pc:sldMkLst>
        <pc:spChg chg="del">
          <ac:chgData name="ahmad matar" userId="4c7aac9de00460d4" providerId="Windows Live" clId="Web-{D149BA64-2701-13F7-2211-FE39DABBADEA}" dt="2025-01-17T13:58:08.241" v="4"/>
          <ac:spMkLst>
            <pc:docMk/>
            <pc:sldMk cId="4061912223" sldId="257"/>
            <ac:spMk id="2" creationId="{01311591-084C-1E7A-0E79-30878F3DE95B}"/>
          </ac:spMkLst>
        </pc:spChg>
        <pc:spChg chg="del">
          <ac:chgData name="ahmad matar" userId="4c7aac9de00460d4" providerId="Windows Live" clId="Web-{D149BA64-2701-13F7-2211-FE39DABBADEA}" dt="2025-01-17T13:57:58.646" v="1"/>
          <ac:spMkLst>
            <pc:docMk/>
            <pc:sldMk cId="4061912223" sldId="257"/>
            <ac:spMk id="3" creationId="{83A462C9-3040-FFFD-2D3A-3CC0E661248C}"/>
          </ac:spMkLst>
        </pc:spChg>
        <pc:spChg chg="add del mod">
          <ac:chgData name="ahmad matar" userId="4c7aac9de00460d4" providerId="Windows Live" clId="Web-{D149BA64-2701-13F7-2211-FE39DABBADEA}" dt="2025-01-17T13:59:05.321" v="16"/>
          <ac:spMkLst>
            <pc:docMk/>
            <pc:sldMk cId="4061912223" sldId="257"/>
            <ac:spMk id="6" creationId="{EDB53007-4233-B936-E5D8-F9F0B062D7BE}"/>
          </ac:spMkLst>
        </pc:spChg>
        <pc:spChg chg="add">
          <ac:chgData name="ahmad matar" userId="4c7aac9de00460d4" providerId="Windows Live" clId="Web-{D149BA64-2701-13F7-2211-FE39DABBADEA}" dt="2025-01-17T13:58:14.178" v="6"/>
          <ac:spMkLst>
            <pc:docMk/>
            <pc:sldMk cId="4061912223" sldId="257"/>
            <ac:spMk id="11" creationId="{081EA652-8C6A-4E69-BEB9-170809474553}"/>
          </ac:spMkLst>
        </pc:spChg>
        <pc:spChg chg="add">
          <ac:chgData name="ahmad matar" userId="4c7aac9de00460d4" providerId="Windows Live" clId="Web-{D149BA64-2701-13F7-2211-FE39DABBADEA}" dt="2025-01-17T13:58:14.178" v="6"/>
          <ac:spMkLst>
            <pc:docMk/>
            <pc:sldMk cId="4061912223" sldId="257"/>
            <ac:spMk id="13" creationId="{5298780A-33B9-4EA2-8F67-DE68AD62841B}"/>
          </ac:spMkLst>
        </pc:spChg>
        <pc:spChg chg="add">
          <ac:chgData name="ahmad matar" userId="4c7aac9de00460d4" providerId="Windows Live" clId="Web-{D149BA64-2701-13F7-2211-FE39DABBADEA}" dt="2025-01-17T13:58:14.178" v="6"/>
          <ac:spMkLst>
            <pc:docMk/>
            <pc:sldMk cId="4061912223" sldId="257"/>
            <ac:spMk id="15" creationId="{7F488E8B-4E1E-4402-8935-D4E6C02615C7}"/>
          </ac:spMkLst>
        </pc:spChg>
        <pc:picChg chg="add del mod ord">
          <ac:chgData name="ahmad matar" userId="4c7aac9de00460d4" providerId="Windows Live" clId="Web-{D149BA64-2701-13F7-2211-FE39DABBADEA}" dt="2025-01-17T13:58:11.553" v="5"/>
          <ac:picMkLst>
            <pc:docMk/>
            <pc:sldMk cId="4061912223" sldId="257"/>
            <ac:picMk id="4" creationId="{3D25FF57-D41B-BBB7-01AF-7F09061C6667}"/>
          </ac:picMkLst>
        </pc:picChg>
      </pc:sldChg>
      <pc:sldChg chg="new del">
        <pc:chgData name="ahmad matar" userId="4c7aac9de00460d4" providerId="Windows Live" clId="Web-{D149BA64-2701-13F7-2211-FE39DABBADEA}" dt="2025-01-17T13:58:52.211" v="14"/>
        <pc:sldMkLst>
          <pc:docMk/>
          <pc:sldMk cId="1950460235" sldId="258"/>
        </pc:sldMkLst>
      </pc:sldChg>
      <pc:sldChg chg="add mod replId">
        <pc:chgData name="ahmad matar" userId="4c7aac9de00460d4" providerId="Windows Live" clId="Web-{D149BA64-2701-13F7-2211-FE39DABBADEA}" dt="2025-01-17T14:15:58.925" v="383"/>
        <pc:sldMkLst>
          <pc:docMk/>
          <pc:sldMk cId="2567721602" sldId="259"/>
        </pc:sldMkLst>
      </pc:sldChg>
      <pc:sldChg chg="addSp delSp modSp add mod ord replId setBg modClrScheme chgLayout">
        <pc:chgData name="ahmad matar" userId="4c7aac9de00460d4" providerId="Windows Live" clId="Web-{D149BA64-2701-13F7-2211-FE39DABBADEA}" dt="2025-01-17T14:26:55.358" v="436"/>
        <pc:sldMkLst>
          <pc:docMk/>
          <pc:sldMk cId="873734761" sldId="260"/>
        </pc:sldMkLst>
        <pc:spChg chg="add mod">
          <ac:chgData name="ahmad matar" userId="4c7aac9de00460d4" providerId="Windows Live" clId="Web-{D149BA64-2701-13F7-2211-FE39DABBADEA}" dt="2025-01-17T14:24:46.618" v="428"/>
          <ac:spMkLst>
            <pc:docMk/>
            <pc:sldMk cId="873734761" sldId="260"/>
            <ac:spMk id="2" creationId="{82AD14C4-B8B6-3934-8B1F-C1E83045A416}"/>
          </ac:spMkLst>
        </pc:spChg>
        <pc:spChg chg="add del mod">
          <ac:chgData name="ahmad matar" userId="4c7aac9de00460d4" providerId="Windows Live" clId="Web-{D149BA64-2701-13F7-2211-FE39DABBADEA}" dt="2025-01-17T14:22:16.706" v="405"/>
          <ac:spMkLst>
            <pc:docMk/>
            <pc:sldMk cId="873734761" sldId="260"/>
            <ac:spMk id="3" creationId="{0F142295-07EA-4E55-5F06-BEDFE6C1FD46}"/>
          </ac:spMkLst>
        </pc:spChg>
        <pc:spChg chg="add del">
          <ac:chgData name="ahmad matar" userId="4c7aac9de00460d4" providerId="Windows Live" clId="Web-{D149BA64-2701-13F7-2211-FE39DABBADEA}" dt="2025-01-17T14:22:51.301" v="411"/>
          <ac:spMkLst>
            <pc:docMk/>
            <pc:sldMk cId="873734761" sldId="260"/>
            <ac:spMk id="8" creationId="{916CFEE0-0FCB-AD5F-D727-92E6CB07E9E6}"/>
          </ac:spMkLst>
        </pc:spChg>
        <pc:spChg chg="add del">
          <ac:chgData name="ahmad matar" userId="4c7aac9de00460d4" providerId="Windows Live" clId="Web-{D149BA64-2701-13F7-2211-FE39DABBADEA}" dt="2025-01-17T14:22:54.035" v="413"/>
          <ac:spMkLst>
            <pc:docMk/>
            <pc:sldMk cId="873734761" sldId="260"/>
            <ac:spMk id="9" creationId="{A4AC5506-6312-4701-8D3C-40187889A947}"/>
          </ac:spMkLst>
        </pc:spChg>
        <pc:spChg chg="add del">
          <ac:chgData name="ahmad matar" userId="4c7aac9de00460d4" providerId="Windows Live" clId="Web-{D149BA64-2701-13F7-2211-FE39DABBADEA}" dt="2025-01-17T14:22:51.301" v="411"/>
          <ac:spMkLst>
            <pc:docMk/>
            <pc:sldMk cId="873734761" sldId="260"/>
            <ac:spMk id="11" creationId="{2B97F24A-32CE-4C1C-A50D-3016B394DCFB}"/>
          </ac:spMkLst>
        </pc:spChg>
        <pc:spChg chg="add del">
          <ac:chgData name="ahmad matar" userId="4c7aac9de00460d4" providerId="Windows Live" clId="Web-{D149BA64-2701-13F7-2211-FE39DABBADEA}" dt="2025-01-17T14:23:37.115" v="418"/>
          <ac:spMkLst>
            <pc:docMk/>
            <pc:sldMk cId="873734761" sldId="260"/>
            <ac:spMk id="12" creationId="{D4771268-CB57-404A-9271-370EB28F6090}"/>
          </ac:spMkLst>
        </pc:spChg>
        <pc:spChg chg="add del">
          <ac:chgData name="ahmad matar" userId="4c7aac9de00460d4" providerId="Windows Live" clId="Web-{D149BA64-2701-13F7-2211-FE39DABBADEA}" dt="2025-01-17T14:22:51.301" v="411"/>
          <ac:spMkLst>
            <pc:docMk/>
            <pc:sldMk cId="873734761" sldId="260"/>
            <ac:spMk id="13" creationId="{6357EC4F-235E-4222-A36F-C7878ACE37F2}"/>
          </ac:spMkLst>
        </pc:spChg>
        <pc:spChg chg="add del">
          <ac:chgData name="ahmad matar" userId="4c7aac9de00460d4" providerId="Windows Live" clId="Web-{D149BA64-2701-13F7-2211-FE39DABBADEA}" dt="2025-01-17T14:24:30.727" v="426"/>
          <ac:spMkLst>
            <pc:docMk/>
            <pc:sldMk cId="873734761" sldId="260"/>
            <ac:spMk id="17" creationId="{D12DDE76-C203-4047-9998-63900085B5E8}"/>
          </ac:spMkLst>
        </pc:spChg>
        <pc:spChg chg="add del">
          <ac:chgData name="ahmad matar" userId="4c7aac9de00460d4" providerId="Windows Live" clId="Web-{D149BA64-2701-13F7-2211-FE39DABBADEA}" dt="2025-01-17T14:24:26.961" v="423"/>
          <ac:spMkLst>
            <pc:docMk/>
            <pc:sldMk cId="873734761" sldId="260"/>
            <ac:spMk id="21" creationId="{BCAEC043-FE88-EF9B-13DF-D2549BF781F1}"/>
          </ac:spMkLst>
        </pc:spChg>
        <pc:spChg chg="add del">
          <ac:chgData name="ahmad matar" userId="4c7aac9de00460d4" providerId="Windows Live" clId="Web-{D149BA64-2701-13F7-2211-FE39DABBADEA}" dt="2025-01-17T14:24:46.618" v="428"/>
          <ac:spMkLst>
            <pc:docMk/>
            <pc:sldMk cId="873734761" sldId="260"/>
            <ac:spMk id="22" creationId="{D4771268-CB57-404A-9271-370EB28F6090}"/>
          </ac:spMkLst>
        </pc:spChg>
        <pc:spChg chg="add del">
          <ac:chgData name="ahmad matar" userId="4c7aac9de00460d4" providerId="Windows Live" clId="Web-{D149BA64-2701-13F7-2211-FE39DABBADEA}" dt="2025-01-17T14:24:26.961" v="423"/>
          <ac:spMkLst>
            <pc:docMk/>
            <pc:sldMk cId="873734761" sldId="260"/>
            <ac:spMk id="24" creationId="{2B97F24A-32CE-4C1C-A50D-3016B394DCFB}"/>
          </ac:spMkLst>
        </pc:spChg>
        <pc:spChg chg="add">
          <ac:chgData name="ahmad matar" userId="4c7aac9de00460d4" providerId="Windows Live" clId="Web-{D149BA64-2701-13F7-2211-FE39DABBADEA}" dt="2025-01-17T14:24:46.618" v="428"/>
          <ac:spMkLst>
            <pc:docMk/>
            <pc:sldMk cId="873734761" sldId="260"/>
            <ac:spMk id="25" creationId="{91E5A9A7-95C6-4F4F-B00E-C82E07FE62EF}"/>
          </ac:spMkLst>
        </pc:spChg>
        <pc:spChg chg="add del">
          <ac:chgData name="ahmad matar" userId="4c7aac9de00460d4" providerId="Windows Live" clId="Web-{D149BA64-2701-13F7-2211-FE39DABBADEA}" dt="2025-01-17T14:24:26.961" v="423"/>
          <ac:spMkLst>
            <pc:docMk/>
            <pc:sldMk cId="873734761" sldId="260"/>
            <ac:spMk id="26" creationId="{CD8B4F24-440B-49E9-B85D-733523DC064B}"/>
          </ac:spMkLst>
        </pc:spChg>
        <pc:spChg chg="add">
          <ac:chgData name="ahmad matar" userId="4c7aac9de00460d4" providerId="Windows Live" clId="Web-{D149BA64-2701-13F7-2211-FE39DABBADEA}" dt="2025-01-17T14:24:46.618" v="428"/>
          <ac:spMkLst>
            <pc:docMk/>
            <pc:sldMk cId="873734761" sldId="260"/>
            <ac:spMk id="27" creationId="{A8384FB5-9ADC-4DDC-881B-597D56F5B15D}"/>
          </ac:spMkLst>
        </pc:spChg>
        <pc:spChg chg="add del">
          <ac:chgData name="ahmad matar" userId="4c7aac9de00460d4" providerId="Windows Live" clId="Web-{D149BA64-2701-13F7-2211-FE39DABBADEA}" dt="2025-01-17T14:24:30.711" v="425"/>
          <ac:spMkLst>
            <pc:docMk/>
            <pc:sldMk cId="873734761" sldId="260"/>
            <ac:spMk id="28" creationId="{BB48116A-278A-4CC5-89D3-9DE8E8FF1245}"/>
          </ac:spMkLst>
        </pc:spChg>
        <pc:spChg chg="add del">
          <ac:chgData name="ahmad matar" userId="4c7aac9de00460d4" providerId="Windows Live" clId="Web-{D149BA64-2701-13F7-2211-FE39DABBADEA}" dt="2025-01-17T14:24:30.711" v="425"/>
          <ac:spMkLst>
            <pc:docMk/>
            <pc:sldMk cId="873734761" sldId="260"/>
            <ac:spMk id="29" creationId="{DB304A14-32D0-4873-B914-423ED7B8DAFD}"/>
          </ac:spMkLst>
        </pc:spChg>
        <pc:spChg chg="add del">
          <ac:chgData name="ahmad matar" userId="4c7aac9de00460d4" providerId="Windows Live" clId="Web-{D149BA64-2701-13F7-2211-FE39DABBADEA}" dt="2025-01-17T14:24:30.711" v="425"/>
          <ac:spMkLst>
            <pc:docMk/>
            <pc:sldMk cId="873734761" sldId="260"/>
            <ac:spMk id="30" creationId="{3C2000A4-6DE9-CD62-547A-56CACB4C883C}"/>
          </ac:spMkLst>
        </pc:spChg>
        <pc:spChg chg="add del">
          <ac:chgData name="ahmad matar" userId="4c7aac9de00460d4" providerId="Windows Live" clId="Web-{D149BA64-2701-13F7-2211-FE39DABBADEA}" dt="2025-01-17T14:24:30.711" v="425"/>
          <ac:spMkLst>
            <pc:docMk/>
            <pc:sldMk cId="873734761" sldId="260"/>
            <ac:spMk id="31" creationId="{1D460C86-854F-4FB3-ABC2-E823D8FEB9DB}"/>
          </ac:spMkLst>
        </pc:spChg>
        <pc:spChg chg="add">
          <ac:chgData name="ahmad matar" userId="4c7aac9de00460d4" providerId="Windows Live" clId="Web-{D149BA64-2701-13F7-2211-FE39DABBADEA}" dt="2025-01-17T14:24:46.618" v="428"/>
          <ac:spMkLst>
            <pc:docMk/>
            <pc:sldMk cId="873734761" sldId="260"/>
            <ac:spMk id="32" creationId="{D07DD2DE-F619-49DD-B5E7-03A290FF4ED1}"/>
          </ac:spMkLst>
        </pc:spChg>
        <pc:spChg chg="add">
          <ac:chgData name="ahmad matar" userId="4c7aac9de00460d4" providerId="Windows Live" clId="Web-{D149BA64-2701-13F7-2211-FE39DABBADEA}" dt="2025-01-17T14:24:46.618" v="428"/>
          <ac:spMkLst>
            <pc:docMk/>
            <pc:sldMk cId="873734761" sldId="260"/>
            <ac:spMk id="33" creationId="{85149191-5F60-4A28-AAFF-039F96B0F3EC}"/>
          </ac:spMkLst>
        </pc:spChg>
        <pc:spChg chg="add">
          <ac:chgData name="ahmad matar" userId="4c7aac9de00460d4" providerId="Windows Live" clId="Web-{D149BA64-2701-13F7-2211-FE39DABBADEA}" dt="2025-01-17T14:24:46.618" v="428"/>
          <ac:spMkLst>
            <pc:docMk/>
            <pc:sldMk cId="873734761" sldId="260"/>
            <ac:spMk id="35" creationId="{F8260ED5-17F7-4158-B241-D51DD4CF1B7E}"/>
          </ac:spMkLst>
        </pc:spChg>
        <pc:picChg chg="add mod ord">
          <ac:chgData name="ahmad matar" userId="4c7aac9de00460d4" providerId="Windows Live" clId="Web-{D149BA64-2701-13F7-2211-FE39DABBADEA}" dt="2025-01-17T14:24:46.618" v="428"/>
          <ac:picMkLst>
            <pc:docMk/>
            <pc:sldMk cId="873734761" sldId="260"/>
            <ac:picMk id="4" creationId="{64A627F2-409E-C14B-5BFE-D1E0DC68E8CF}"/>
          </ac:picMkLst>
        </pc:picChg>
      </pc:sldChg>
      <pc:sldChg chg="add del mod replId setBg">
        <pc:chgData name="ahmad matar" userId="4c7aac9de00460d4" providerId="Windows Live" clId="Web-{D149BA64-2701-13F7-2211-FE39DABBADEA}" dt="2025-01-17T14:17:18.069" v="385"/>
        <pc:sldMkLst>
          <pc:docMk/>
          <pc:sldMk cId="458019045" sldId="261"/>
        </pc:sldMkLst>
      </pc:sldChg>
      <pc:sldChg chg="addSp delSp modSp add mod replId">
        <pc:chgData name="ahmad matar" userId="4c7aac9de00460d4" providerId="Windows Live" clId="Web-{D149BA64-2701-13F7-2211-FE39DABBADEA}" dt="2025-01-17T14:15:58.925" v="383"/>
        <pc:sldMkLst>
          <pc:docMk/>
          <pc:sldMk cId="402771203" sldId="262"/>
        </pc:sldMkLst>
        <pc:spChg chg="add del mod">
          <ac:chgData name="ahmad matar" userId="4c7aac9de00460d4" providerId="Windows Live" clId="Web-{D149BA64-2701-13F7-2211-FE39DABBADEA}" dt="2025-01-17T14:09:04.627" v="262"/>
          <ac:spMkLst>
            <pc:docMk/>
            <pc:sldMk cId="402771203" sldId="262"/>
            <ac:spMk id="18" creationId="{D3F9F611-0731-F3FC-F580-40CE0D41ABE2}"/>
          </ac:spMkLst>
        </pc:spChg>
        <pc:spChg chg="add del mod">
          <ac:chgData name="ahmad matar" userId="4c7aac9de00460d4" providerId="Windows Live" clId="Web-{D149BA64-2701-13F7-2211-FE39DABBADEA}" dt="2025-01-17T14:10:44.740" v="272"/>
          <ac:spMkLst>
            <pc:docMk/>
            <pc:sldMk cId="402771203" sldId="262"/>
            <ac:spMk id="135" creationId="{6D59A012-3C7C-6F40-EFEF-FF69504A1DC5}"/>
          </ac:spMkLst>
        </pc:spChg>
        <pc:graphicFrameChg chg="add del mod modGraphic">
          <ac:chgData name="ahmad matar" userId="4c7aac9de00460d4" providerId="Windows Live" clId="Web-{D149BA64-2701-13F7-2211-FE39DABBADEA}" dt="2025-01-17T14:14:54.453" v="382" actId="20577"/>
          <ac:graphicFrameMkLst>
            <pc:docMk/>
            <pc:sldMk cId="402771203" sldId="262"/>
            <ac:graphicFrameMk id="32" creationId="{750E5416-1E71-ECC6-86A0-7643564A060B}"/>
          </ac:graphicFrameMkLst>
        </pc:graphicFrameChg>
        <pc:graphicFrameChg chg="add del mod">
          <ac:chgData name="ahmad matar" userId="4c7aac9de00460d4" providerId="Windows Live" clId="Web-{D149BA64-2701-13F7-2211-FE39DABBADEA}" dt="2025-01-17T14:10:52.709" v="274"/>
          <ac:graphicFrameMkLst>
            <pc:docMk/>
            <pc:sldMk cId="402771203" sldId="262"/>
            <ac:graphicFrameMk id="115" creationId="{354C37D2-BDA7-6B3A-335A-BE761E1224B7}"/>
          </ac:graphicFrameMkLst>
        </pc:graphicFrameChg>
      </pc:sldChg>
      <pc:sldChg chg="new">
        <pc:chgData name="ahmad matar" userId="4c7aac9de00460d4" providerId="Windows Live" clId="Web-{D149BA64-2701-13F7-2211-FE39DABBADEA}" dt="2025-01-17T14:26:28.763" v="429"/>
        <pc:sldMkLst>
          <pc:docMk/>
          <pc:sldMk cId="2032380220" sldId="263"/>
        </pc:sldMkLst>
      </pc:sldChg>
      <pc:sldChg chg="addSp delSp modSp add replId">
        <pc:chgData name="ahmad matar" userId="4c7aac9de00460d4" providerId="Windows Live" clId="Web-{D149BA64-2701-13F7-2211-FE39DABBADEA}" dt="2025-01-17T14:27:47.157" v="448" actId="1076"/>
        <pc:sldMkLst>
          <pc:docMk/>
          <pc:sldMk cId="1348974561" sldId="264"/>
        </pc:sldMkLst>
        <pc:spChg chg="mod">
          <ac:chgData name="ahmad matar" userId="4c7aac9de00460d4" providerId="Windows Live" clId="Web-{D149BA64-2701-13F7-2211-FE39DABBADEA}" dt="2025-01-17T14:27:28.453" v="443" actId="20577"/>
          <ac:spMkLst>
            <pc:docMk/>
            <pc:sldMk cId="1348974561" sldId="264"/>
            <ac:spMk id="2" creationId="{82AD14C4-B8B6-3934-8B1F-C1E83045A416}"/>
          </ac:spMkLst>
        </pc:spChg>
        <pc:spChg chg="add del mod">
          <ac:chgData name="ahmad matar" userId="4c7aac9de00460d4" providerId="Windows Live" clId="Web-{D149BA64-2701-13F7-2211-FE39DABBADEA}" dt="2025-01-17T14:26:42.482" v="432"/>
          <ac:spMkLst>
            <pc:docMk/>
            <pc:sldMk cId="1348974561" sldId="264"/>
            <ac:spMk id="5" creationId="{3857B40C-4E94-74BD-5AF6-269BD86AADBC}"/>
          </ac:spMkLst>
        </pc:spChg>
        <pc:spChg chg="del">
          <ac:chgData name="ahmad matar" userId="4c7aac9de00460d4" providerId="Windows Live" clId="Web-{D149BA64-2701-13F7-2211-FE39DABBADEA}" dt="2025-01-17T14:27:11.702" v="439"/>
          <ac:spMkLst>
            <pc:docMk/>
            <pc:sldMk cId="1348974561" sldId="264"/>
            <ac:spMk id="25" creationId="{91E5A9A7-95C6-4F4F-B00E-C82E07FE62EF}"/>
          </ac:spMkLst>
        </pc:spChg>
        <pc:spChg chg="del">
          <ac:chgData name="ahmad matar" userId="4c7aac9de00460d4" providerId="Windows Live" clId="Web-{D149BA64-2701-13F7-2211-FE39DABBADEA}" dt="2025-01-17T14:27:11.702" v="439"/>
          <ac:spMkLst>
            <pc:docMk/>
            <pc:sldMk cId="1348974561" sldId="264"/>
            <ac:spMk id="27" creationId="{A8384FB5-9ADC-4DDC-881B-597D56F5B15D}"/>
          </ac:spMkLst>
        </pc:spChg>
        <pc:spChg chg="del">
          <ac:chgData name="ahmad matar" userId="4c7aac9de00460d4" providerId="Windows Live" clId="Web-{D149BA64-2701-13F7-2211-FE39DABBADEA}" dt="2025-01-17T14:27:11.702" v="439"/>
          <ac:spMkLst>
            <pc:docMk/>
            <pc:sldMk cId="1348974561" sldId="264"/>
            <ac:spMk id="32" creationId="{D07DD2DE-F619-49DD-B5E7-03A290FF4ED1}"/>
          </ac:spMkLst>
        </pc:spChg>
        <pc:spChg chg="del">
          <ac:chgData name="ahmad matar" userId="4c7aac9de00460d4" providerId="Windows Live" clId="Web-{D149BA64-2701-13F7-2211-FE39DABBADEA}" dt="2025-01-17T14:27:11.702" v="439"/>
          <ac:spMkLst>
            <pc:docMk/>
            <pc:sldMk cId="1348974561" sldId="264"/>
            <ac:spMk id="33" creationId="{85149191-5F60-4A28-AAFF-039F96B0F3EC}"/>
          </ac:spMkLst>
        </pc:spChg>
        <pc:spChg chg="del">
          <ac:chgData name="ahmad matar" userId="4c7aac9de00460d4" providerId="Windows Live" clId="Web-{D149BA64-2701-13F7-2211-FE39DABBADEA}" dt="2025-01-17T14:27:11.702" v="439"/>
          <ac:spMkLst>
            <pc:docMk/>
            <pc:sldMk cId="1348974561" sldId="264"/>
            <ac:spMk id="35" creationId="{F8260ED5-17F7-4158-B241-D51DD4CF1B7E}"/>
          </ac:spMkLst>
        </pc:spChg>
        <pc:spChg chg="add">
          <ac:chgData name="ahmad matar" userId="4c7aac9de00460d4" providerId="Windows Live" clId="Web-{D149BA64-2701-13F7-2211-FE39DABBADEA}" dt="2025-01-17T14:27:11.702" v="439"/>
          <ac:spMkLst>
            <pc:docMk/>
            <pc:sldMk cId="1348974561" sldId="264"/>
            <ac:spMk id="40" creationId="{A8384FB5-9ADC-4DDC-881B-597D56F5B15D}"/>
          </ac:spMkLst>
        </pc:spChg>
        <pc:spChg chg="add">
          <ac:chgData name="ahmad matar" userId="4c7aac9de00460d4" providerId="Windows Live" clId="Web-{D149BA64-2701-13F7-2211-FE39DABBADEA}" dt="2025-01-17T14:27:11.702" v="439"/>
          <ac:spMkLst>
            <pc:docMk/>
            <pc:sldMk cId="1348974561" sldId="264"/>
            <ac:spMk id="42" creationId="{1199E1B1-A8C0-4FE8-A5A8-1CB41D69F857}"/>
          </ac:spMkLst>
        </pc:spChg>
        <pc:spChg chg="add">
          <ac:chgData name="ahmad matar" userId="4c7aac9de00460d4" providerId="Windows Live" clId="Web-{D149BA64-2701-13F7-2211-FE39DABBADEA}" dt="2025-01-17T14:27:11.702" v="439"/>
          <ac:spMkLst>
            <pc:docMk/>
            <pc:sldMk cId="1348974561" sldId="264"/>
            <ac:spMk id="44" creationId="{84A8DE83-DE75-4B41-9DB4-A7EC0B0DEC0B}"/>
          </ac:spMkLst>
        </pc:spChg>
        <pc:spChg chg="add">
          <ac:chgData name="ahmad matar" userId="4c7aac9de00460d4" providerId="Windows Live" clId="Web-{D149BA64-2701-13F7-2211-FE39DABBADEA}" dt="2025-01-17T14:27:11.702" v="439"/>
          <ac:spMkLst>
            <pc:docMk/>
            <pc:sldMk cId="1348974561" sldId="264"/>
            <ac:spMk id="46" creationId="{A7009A0A-BEF5-4EAC-AF15-E4F9F002E239}"/>
          </ac:spMkLst>
        </pc:spChg>
        <pc:picChg chg="del">
          <ac:chgData name="ahmad matar" userId="4c7aac9de00460d4" providerId="Windows Live" clId="Web-{D149BA64-2701-13F7-2211-FE39DABBADEA}" dt="2025-01-17T14:26:40.654" v="431"/>
          <ac:picMkLst>
            <pc:docMk/>
            <pc:sldMk cId="1348974561" sldId="264"/>
            <ac:picMk id="4" creationId="{64A627F2-409E-C14B-5BFE-D1E0DC68E8CF}"/>
          </ac:picMkLst>
        </pc:picChg>
        <pc:picChg chg="add mod ord">
          <ac:chgData name="ahmad matar" userId="4c7aac9de00460d4" providerId="Windows Live" clId="Web-{D149BA64-2701-13F7-2211-FE39DABBADEA}" dt="2025-01-17T14:27:47.157" v="448" actId="1076"/>
          <ac:picMkLst>
            <pc:docMk/>
            <pc:sldMk cId="1348974561" sldId="264"/>
            <ac:picMk id="6" creationId="{7562EE46-0561-AF16-CE52-051A4A0C5B1E}"/>
          </ac:picMkLst>
        </pc:picChg>
      </pc:sldChg>
      <pc:sldChg chg="addSp delSp modSp new mod setBg">
        <pc:chgData name="ahmad matar" userId="4c7aac9de00460d4" providerId="Windows Live" clId="Web-{D149BA64-2701-13F7-2211-FE39DABBADEA}" dt="2025-01-17T14:40:48.235" v="498"/>
        <pc:sldMkLst>
          <pc:docMk/>
          <pc:sldMk cId="527865076" sldId="265"/>
        </pc:sldMkLst>
        <pc:spChg chg="mod ord">
          <ac:chgData name="ahmad matar" userId="4c7aac9de00460d4" providerId="Windows Live" clId="Web-{D149BA64-2701-13F7-2211-FE39DABBADEA}" dt="2025-01-17T14:40:48.235" v="498"/>
          <ac:spMkLst>
            <pc:docMk/>
            <pc:sldMk cId="527865076" sldId="265"/>
            <ac:spMk id="2" creationId="{F8204EFE-1774-C3AA-5FA9-C97D4869B6D4}"/>
          </ac:spMkLst>
        </pc:spChg>
        <pc:spChg chg="del">
          <ac:chgData name="ahmad matar" userId="4c7aac9de00460d4" providerId="Windows Live" clId="Web-{D149BA64-2701-13F7-2211-FE39DABBADEA}" dt="2025-01-17T14:32:19.090" v="450"/>
          <ac:spMkLst>
            <pc:docMk/>
            <pc:sldMk cId="527865076" sldId="265"/>
            <ac:spMk id="3" creationId="{F4FE0BB8-3B9A-700A-E17B-FE0EBE9E4ABC}"/>
          </ac:spMkLst>
        </pc:spChg>
        <pc:spChg chg="add del">
          <ac:chgData name="ahmad matar" userId="4c7aac9de00460d4" providerId="Windows Live" clId="Web-{D149BA64-2701-13F7-2211-FE39DABBADEA}" dt="2025-01-17T14:33:10.482" v="479"/>
          <ac:spMkLst>
            <pc:docMk/>
            <pc:sldMk cId="527865076" sldId="265"/>
            <ac:spMk id="8" creationId="{5EB1C440-CF28-3511-FC43-56D700E43893}"/>
          </ac:spMkLst>
        </pc:spChg>
        <pc:spChg chg="add del">
          <ac:chgData name="ahmad matar" userId="4c7aac9de00460d4" providerId="Windows Live" clId="Web-{D149BA64-2701-13F7-2211-FE39DABBADEA}" dt="2025-01-17T14:32:53.435" v="473"/>
          <ac:spMkLst>
            <pc:docMk/>
            <pc:sldMk cId="527865076" sldId="265"/>
            <ac:spMk id="9" creationId="{A8384FB5-9ADC-4DDC-881B-597D56F5B15D}"/>
          </ac:spMkLst>
        </pc:spChg>
        <pc:spChg chg="add del">
          <ac:chgData name="ahmad matar" userId="4c7aac9de00460d4" providerId="Windows Live" clId="Web-{D149BA64-2701-13F7-2211-FE39DABBADEA}" dt="2025-01-17T14:32:53.435" v="473"/>
          <ac:spMkLst>
            <pc:docMk/>
            <pc:sldMk cId="527865076" sldId="265"/>
            <ac:spMk id="11" creationId="{91E5A9A7-95C6-4F4F-B00E-C82E07FE62EF}"/>
          </ac:spMkLst>
        </pc:spChg>
        <pc:spChg chg="add del">
          <ac:chgData name="ahmad matar" userId="4c7aac9de00460d4" providerId="Windows Live" clId="Web-{D149BA64-2701-13F7-2211-FE39DABBADEA}" dt="2025-01-17T14:32:53.435" v="473"/>
          <ac:spMkLst>
            <pc:docMk/>
            <pc:sldMk cId="527865076" sldId="265"/>
            <ac:spMk id="13" creationId="{D07DD2DE-F619-49DD-B5E7-03A290FF4ED1}"/>
          </ac:spMkLst>
        </pc:spChg>
        <pc:spChg chg="add del">
          <ac:chgData name="ahmad matar" userId="4c7aac9de00460d4" providerId="Windows Live" clId="Web-{D149BA64-2701-13F7-2211-FE39DABBADEA}" dt="2025-01-17T14:32:53.435" v="473"/>
          <ac:spMkLst>
            <pc:docMk/>
            <pc:sldMk cId="527865076" sldId="265"/>
            <ac:spMk id="15" creationId="{85149191-5F60-4A28-AAFF-039F96B0F3EC}"/>
          </ac:spMkLst>
        </pc:spChg>
        <pc:spChg chg="add del">
          <ac:chgData name="ahmad matar" userId="4c7aac9de00460d4" providerId="Windows Live" clId="Web-{D149BA64-2701-13F7-2211-FE39DABBADEA}" dt="2025-01-17T14:32:53.435" v="473"/>
          <ac:spMkLst>
            <pc:docMk/>
            <pc:sldMk cId="527865076" sldId="265"/>
            <ac:spMk id="17" creationId="{F8260ED5-17F7-4158-B241-D51DD4CF1B7E}"/>
          </ac:spMkLst>
        </pc:spChg>
        <pc:spChg chg="add del">
          <ac:chgData name="ahmad matar" userId="4c7aac9de00460d4" providerId="Windows Live" clId="Web-{D149BA64-2701-13F7-2211-FE39DABBADEA}" dt="2025-01-17T14:33:02.169" v="475"/>
          <ac:spMkLst>
            <pc:docMk/>
            <pc:sldMk cId="527865076" sldId="265"/>
            <ac:spMk id="19" creationId="{A4AC5506-6312-4701-8D3C-40187889A947}"/>
          </ac:spMkLst>
        </pc:spChg>
        <pc:spChg chg="add del">
          <ac:chgData name="ahmad matar" userId="4c7aac9de00460d4" providerId="Windows Live" clId="Web-{D149BA64-2701-13F7-2211-FE39DABBADEA}" dt="2025-01-17T14:40:48.235" v="498"/>
          <ac:spMkLst>
            <pc:docMk/>
            <pc:sldMk cId="527865076" sldId="265"/>
            <ac:spMk id="21" creationId="{2EB492CD-616E-47F8-933B-5E2D952A0593}"/>
          </ac:spMkLst>
        </pc:spChg>
        <pc:spChg chg="add del">
          <ac:chgData name="ahmad matar" userId="4c7aac9de00460d4" providerId="Windows Live" clId="Web-{D149BA64-2701-13F7-2211-FE39DABBADEA}" dt="2025-01-17T14:40:48.235" v="498"/>
          <ac:spMkLst>
            <pc:docMk/>
            <pc:sldMk cId="527865076" sldId="265"/>
            <ac:spMk id="22" creationId="{59383CF9-23B5-4335-9B21-1791C4CF1C75}"/>
          </ac:spMkLst>
        </pc:spChg>
        <pc:spChg chg="add del">
          <ac:chgData name="ahmad matar" userId="4c7aac9de00460d4" providerId="Windows Live" clId="Web-{D149BA64-2701-13F7-2211-FE39DABBADEA}" dt="2025-01-17T14:40:48.235" v="498"/>
          <ac:spMkLst>
            <pc:docMk/>
            <pc:sldMk cId="527865076" sldId="265"/>
            <ac:spMk id="23" creationId="{0007FE00-9498-4706-B255-6437B0252C02}"/>
          </ac:spMkLst>
        </pc:spChg>
        <pc:spChg chg="add">
          <ac:chgData name="ahmad matar" userId="4c7aac9de00460d4" providerId="Windows Live" clId="Web-{D149BA64-2701-13F7-2211-FE39DABBADEA}" dt="2025-01-17T14:40:48.235" v="498"/>
          <ac:spMkLst>
            <pc:docMk/>
            <pc:sldMk cId="527865076" sldId="265"/>
            <ac:spMk id="28" creationId="{37C89E4B-3C9F-44B9-8B86-D9E3D112D8EC}"/>
          </ac:spMkLst>
        </pc:spChg>
        <pc:picChg chg="add mod ord">
          <ac:chgData name="ahmad matar" userId="4c7aac9de00460d4" providerId="Windows Live" clId="Web-{D149BA64-2701-13F7-2211-FE39DABBADEA}" dt="2025-01-17T14:40:48.235" v="498"/>
          <ac:picMkLst>
            <pc:docMk/>
            <pc:sldMk cId="527865076" sldId="265"/>
            <ac:picMk id="4" creationId="{04891218-87C6-8601-F824-0DA812B94CEB}"/>
          </ac:picMkLst>
        </pc:picChg>
        <pc:cxnChg chg="add">
          <ac:chgData name="ahmad matar" userId="4c7aac9de00460d4" providerId="Windows Live" clId="Web-{D149BA64-2701-13F7-2211-FE39DABBADEA}" dt="2025-01-17T14:40:48.235" v="498"/>
          <ac:cxnSpMkLst>
            <pc:docMk/>
            <pc:sldMk cId="527865076" sldId="265"/>
            <ac:cxnSpMk id="30" creationId="{AA2EAA10-076F-46BD-8F0F-B9A2FB77A85C}"/>
          </ac:cxnSpMkLst>
        </pc:cxnChg>
        <pc:cxnChg chg="add">
          <ac:chgData name="ahmad matar" userId="4c7aac9de00460d4" providerId="Windows Live" clId="Web-{D149BA64-2701-13F7-2211-FE39DABBADEA}" dt="2025-01-17T14:40:48.235" v="498"/>
          <ac:cxnSpMkLst>
            <pc:docMk/>
            <pc:sldMk cId="527865076" sldId="265"/>
            <ac:cxnSpMk id="32" creationId="{D891E407-403B-4764-86C9-33A56D3BCAA3}"/>
          </ac:cxnSpMkLst>
        </pc:cxnChg>
      </pc:sldChg>
      <pc:sldChg chg="modSp new">
        <pc:chgData name="ahmad matar" userId="4c7aac9de00460d4" providerId="Windows Live" clId="Web-{D149BA64-2701-13F7-2211-FE39DABBADEA}" dt="2025-01-17T14:36:50.523" v="496" actId="20577"/>
        <pc:sldMkLst>
          <pc:docMk/>
          <pc:sldMk cId="579017500" sldId="266"/>
        </pc:sldMkLst>
        <pc:spChg chg="mod">
          <ac:chgData name="ahmad matar" userId="4c7aac9de00460d4" providerId="Windows Live" clId="Web-{D149BA64-2701-13F7-2211-FE39DABBADEA}" dt="2025-01-17T14:36:50.523" v="496" actId="20577"/>
          <ac:spMkLst>
            <pc:docMk/>
            <pc:sldMk cId="579017500" sldId="266"/>
            <ac:spMk id="2" creationId="{FBBF1ED4-C097-B9E3-511D-5C8DFFD4D5E2}"/>
          </ac:spMkLst>
        </pc:spChg>
        <pc:spChg chg="mod">
          <ac:chgData name="ahmad matar" userId="4c7aac9de00460d4" providerId="Windows Live" clId="Web-{D149BA64-2701-13F7-2211-FE39DABBADEA}" dt="2025-01-17T14:36:46.804" v="494" actId="1076"/>
          <ac:spMkLst>
            <pc:docMk/>
            <pc:sldMk cId="579017500" sldId="266"/>
            <ac:spMk id="3" creationId="{1BC1213C-4EEE-A6FF-71E7-A98AEBBCD97A}"/>
          </ac:spMkLst>
        </pc:spChg>
      </pc:sldChg>
      <pc:sldMasterChg chg="mod setBg modSldLayout">
        <pc:chgData name="ahmad matar" userId="4c7aac9de00460d4" providerId="Windows Live" clId="Web-{D149BA64-2701-13F7-2211-FE39DABBADEA}" dt="2025-01-17T14:15:58.925" v="383"/>
        <pc:sldMasterMkLst>
          <pc:docMk/>
          <pc:sldMasterMk cId="2995896150" sldId="2147483648"/>
        </pc:sldMasterMkLst>
        <pc:sldLayoutChg chg="mod">
          <pc:chgData name="ahmad matar" userId="4c7aac9de00460d4" providerId="Windows Live" clId="Web-{D149BA64-2701-13F7-2211-FE39DABBADEA}" dt="2025-01-17T14:15:58.925" v="383"/>
          <pc:sldLayoutMkLst>
            <pc:docMk/>
            <pc:sldMasterMk cId="2995896150" sldId="2147483648"/>
            <pc:sldLayoutMk cId="2919642935" sldId="2147483649"/>
          </pc:sldLayoutMkLst>
        </pc:sldLayoutChg>
        <pc:sldLayoutChg chg="mod">
          <pc:chgData name="ahmad matar" userId="4c7aac9de00460d4" providerId="Windows Live" clId="Web-{D149BA64-2701-13F7-2211-FE39DABBADEA}" dt="2025-01-17T14:15:58.925" v="383"/>
          <pc:sldLayoutMkLst>
            <pc:docMk/>
            <pc:sldMasterMk cId="2995896150" sldId="2147483648"/>
            <pc:sldLayoutMk cId="3239925428" sldId="2147483650"/>
          </pc:sldLayoutMkLst>
        </pc:sldLayoutChg>
        <pc:sldLayoutChg chg="mod">
          <pc:chgData name="ahmad matar" userId="4c7aac9de00460d4" providerId="Windows Live" clId="Web-{D149BA64-2701-13F7-2211-FE39DABBADEA}" dt="2025-01-17T14:15:58.925" v="383"/>
          <pc:sldLayoutMkLst>
            <pc:docMk/>
            <pc:sldMasterMk cId="2995896150" sldId="2147483648"/>
            <pc:sldLayoutMk cId="1291268321" sldId="2147483651"/>
          </pc:sldLayoutMkLst>
        </pc:sldLayoutChg>
        <pc:sldLayoutChg chg="mod">
          <pc:chgData name="ahmad matar" userId="4c7aac9de00460d4" providerId="Windows Live" clId="Web-{D149BA64-2701-13F7-2211-FE39DABBADEA}" dt="2025-01-17T14:15:58.925" v="383"/>
          <pc:sldLayoutMkLst>
            <pc:docMk/>
            <pc:sldMasterMk cId="2995896150" sldId="2147483648"/>
            <pc:sldLayoutMk cId="2106651255" sldId="2147483652"/>
          </pc:sldLayoutMkLst>
        </pc:sldLayoutChg>
        <pc:sldLayoutChg chg="mod">
          <pc:chgData name="ahmad matar" userId="4c7aac9de00460d4" providerId="Windows Live" clId="Web-{D149BA64-2701-13F7-2211-FE39DABBADEA}" dt="2025-01-17T14:15:58.925" v="383"/>
          <pc:sldLayoutMkLst>
            <pc:docMk/>
            <pc:sldMasterMk cId="2995896150" sldId="2147483648"/>
            <pc:sldLayoutMk cId="4087419852" sldId="2147483653"/>
          </pc:sldLayoutMkLst>
        </pc:sldLayoutChg>
        <pc:sldLayoutChg chg="mod">
          <pc:chgData name="ahmad matar" userId="4c7aac9de00460d4" providerId="Windows Live" clId="Web-{D149BA64-2701-13F7-2211-FE39DABBADEA}" dt="2025-01-17T14:15:58.925" v="383"/>
          <pc:sldLayoutMkLst>
            <pc:docMk/>
            <pc:sldMasterMk cId="2995896150" sldId="2147483648"/>
            <pc:sldLayoutMk cId="195209022" sldId="2147483654"/>
          </pc:sldLayoutMkLst>
        </pc:sldLayoutChg>
        <pc:sldLayoutChg chg="mod">
          <pc:chgData name="ahmad matar" userId="4c7aac9de00460d4" providerId="Windows Live" clId="Web-{D149BA64-2701-13F7-2211-FE39DABBADEA}" dt="2025-01-17T14:15:58.925" v="383"/>
          <pc:sldLayoutMkLst>
            <pc:docMk/>
            <pc:sldMasterMk cId="2995896150" sldId="2147483648"/>
            <pc:sldLayoutMk cId="2960668561" sldId="2147483655"/>
          </pc:sldLayoutMkLst>
        </pc:sldLayoutChg>
        <pc:sldLayoutChg chg="mod">
          <pc:chgData name="ahmad matar" userId="4c7aac9de00460d4" providerId="Windows Live" clId="Web-{D149BA64-2701-13F7-2211-FE39DABBADEA}" dt="2025-01-17T14:15:58.925" v="383"/>
          <pc:sldLayoutMkLst>
            <pc:docMk/>
            <pc:sldMasterMk cId="2995896150" sldId="2147483648"/>
            <pc:sldLayoutMk cId="25784107" sldId="2147483656"/>
          </pc:sldLayoutMkLst>
        </pc:sldLayoutChg>
        <pc:sldLayoutChg chg="mod">
          <pc:chgData name="ahmad matar" userId="4c7aac9de00460d4" providerId="Windows Live" clId="Web-{D149BA64-2701-13F7-2211-FE39DABBADEA}" dt="2025-01-17T14:15:58.925" v="383"/>
          <pc:sldLayoutMkLst>
            <pc:docMk/>
            <pc:sldMasterMk cId="2995896150" sldId="2147483648"/>
            <pc:sldLayoutMk cId="1093462779" sldId="2147483657"/>
          </pc:sldLayoutMkLst>
        </pc:sldLayoutChg>
        <pc:sldLayoutChg chg="mod">
          <pc:chgData name="ahmad matar" userId="4c7aac9de00460d4" providerId="Windows Live" clId="Web-{D149BA64-2701-13F7-2211-FE39DABBADEA}" dt="2025-01-17T14:15:58.925" v="383"/>
          <pc:sldLayoutMkLst>
            <pc:docMk/>
            <pc:sldMasterMk cId="2995896150" sldId="2147483648"/>
            <pc:sldLayoutMk cId="3630430866" sldId="2147483658"/>
          </pc:sldLayoutMkLst>
        </pc:sldLayoutChg>
        <pc:sldLayoutChg chg="mod">
          <pc:chgData name="ahmad matar" userId="4c7aac9de00460d4" providerId="Windows Live" clId="Web-{D149BA64-2701-13F7-2211-FE39DABBADEA}" dt="2025-01-17T14:15:58.925" v="383"/>
          <pc:sldLayoutMkLst>
            <pc:docMk/>
            <pc:sldMasterMk cId="2995896150" sldId="2147483648"/>
            <pc:sldLayoutMk cId="3604124341" sldId="2147483659"/>
          </pc:sldLayoutMkLst>
        </pc:sldLayoutChg>
      </pc:sldMasterChg>
    </pc:docChg>
  </pc:docChgLst>
  <pc:docChgLst>
    <pc:chgData name="ahmad matar" userId="4c7aac9de00460d4" providerId="Windows Live" clId="Web-{05BEAD40-3607-DBC8-D96A-85011C2FA95F}"/>
    <pc:docChg chg="addSld modSld">
      <pc:chgData name="ahmad matar" userId="4c7aac9de00460d4" providerId="Windows Live" clId="Web-{05BEAD40-3607-DBC8-D96A-85011C2FA95F}" dt="2025-01-17T15:01:01.435" v="213"/>
      <pc:docMkLst>
        <pc:docMk/>
      </pc:docMkLst>
      <pc:sldChg chg="addSp delSp modSp">
        <pc:chgData name="ahmad matar" userId="4c7aac9de00460d4" providerId="Windows Live" clId="Web-{05BEAD40-3607-DBC8-D96A-85011C2FA95F}" dt="2025-01-17T14:45:42.438" v="12" actId="20577"/>
        <pc:sldMkLst>
          <pc:docMk/>
          <pc:sldMk cId="527865076" sldId="265"/>
        </pc:sldMkLst>
        <pc:spChg chg="mod">
          <ac:chgData name="ahmad matar" userId="4c7aac9de00460d4" providerId="Windows Live" clId="Web-{05BEAD40-3607-DBC8-D96A-85011C2FA95F}" dt="2025-01-17T14:45:42.438" v="12" actId="20577"/>
          <ac:spMkLst>
            <pc:docMk/>
            <pc:sldMk cId="527865076" sldId="265"/>
            <ac:spMk id="2" creationId="{F8204EFE-1774-C3AA-5FA9-C97D4869B6D4}"/>
          </ac:spMkLst>
        </pc:spChg>
        <pc:spChg chg="add del">
          <ac:chgData name="ahmad matar" userId="4c7aac9de00460d4" providerId="Windows Live" clId="Web-{05BEAD40-3607-DBC8-D96A-85011C2FA95F}" dt="2025-01-17T14:45:37.406" v="10"/>
          <ac:spMkLst>
            <pc:docMk/>
            <pc:sldMk cId="527865076" sldId="265"/>
            <ac:spMk id="28" creationId="{37C89E4B-3C9F-44B9-8B86-D9E3D112D8EC}"/>
          </ac:spMkLst>
        </pc:spChg>
        <pc:spChg chg="add del">
          <ac:chgData name="ahmad matar" userId="4c7aac9de00460d4" providerId="Windows Live" clId="Web-{05BEAD40-3607-DBC8-D96A-85011C2FA95F}" dt="2025-01-17T14:45:26.547" v="1"/>
          <ac:spMkLst>
            <pc:docMk/>
            <pc:sldMk cId="527865076" sldId="265"/>
            <ac:spMk id="37" creationId="{BA79A7CF-01AF-4178-9369-94E0C90EB046}"/>
          </ac:spMkLst>
        </pc:spChg>
        <pc:spChg chg="add del">
          <ac:chgData name="ahmad matar" userId="4c7aac9de00460d4" providerId="Windows Live" clId="Web-{05BEAD40-3607-DBC8-D96A-85011C2FA95F}" dt="2025-01-17T14:45:26.547" v="1"/>
          <ac:spMkLst>
            <pc:docMk/>
            <pc:sldMk cId="527865076" sldId="265"/>
            <ac:spMk id="39" creationId="{99413ED5-9ED4-4772-BCE4-2BCAE6B12E35}"/>
          </ac:spMkLst>
        </pc:spChg>
        <pc:spChg chg="add del">
          <ac:chgData name="ahmad matar" userId="4c7aac9de00460d4" providerId="Windows Live" clId="Web-{05BEAD40-3607-DBC8-D96A-85011C2FA95F}" dt="2025-01-17T14:45:26.547" v="1"/>
          <ac:spMkLst>
            <pc:docMk/>
            <pc:sldMk cId="527865076" sldId="265"/>
            <ac:spMk id="41" creationId="{04357C93-F0CB-4A1C-8F77-4E9063789819}"/>
          </ac:spMkLst>
        </pc:spChg>
        <pc:spChg chg="add del">
          <ac:chgData name="ahmad matar" userId="4c7aac9de00460d4" providerId="Windows Live" clId="Web-{05BEAD40-3607-DBC8-D96A-85011C2FA95F}" dt="2025-01-17T14:45:26.547" v="1"/>
          <ac:spMkLst>
            <pc:docMk/>
            <pc:sldMk cId="527865076" sldId="265"/>
            <ac:spMk id="43" creationId="{90F533E9-6690-41A8-A372-4C6C622D028D}"/>
          </ac:spMkLst>
        </pc:spChg>
        <pc:spChg chg="add del">
          <ac:chgData name="ahmad matar" userId="4c7aac9de00460d4" providerId="Windows Live" clId="Web-{05BEAD40-3607-DBC8-D96A-85011C2FA95F}" dt="2025-01-17T14:45:28.906" v="3"/>
          <ac:spMkLst>
            <pc:docMk/>
            <pc:sldMk cId="527865076" sldId="265"/>
            <ac:spMk id="45" creationId="{F0A604E4-7307-451C-93BE-F1F7E1BF3BF8}"/>
          </ac:spMkLst>
        </pc:spChg>
        <pc:spChg chg="add del">
          <ac:chgData name="ahmad matar" userId="4c7aac9de00460d4" providerId="Windows Live" clId="Web-{05BEAD40-3607-DBC8-D96A-85011C2FA95F}" dt="2025-01-17T14:45:28.906" v="3"/>
          <ac:spMkLst>
            <pc:docMk/>
            <pc:sldMk cId="527865076" sldId="265"/>
            <ac:spMk id="46" creationId="{F7F3A0AA-35E5-4085-942B-737839030604}"/>
          </ac:spMkLst>
        </pc:spChg>
        <pc:spChg chg="add del">
          <ac:chgData name="ahmad matar" userId="4c7aac9de00460d4" providerId="Windows Live" clId="Web-{05BEAD40-3607-DBC8-D96A-85011C2FA95F}" dt="2025-01-17T14:45:28.906" v="3"/>
          <ac:spMkLst>
            <pc:docMk/>
            <pc:sldMk cId="527865076" sldId="265"/>
            <ac:spMk id="47" creationId="{402F5C38-C747-4173-ABBF-656E39E82130}"/>
          </ac:spMkLst>
        </pc:spChg>
        <pc:spChg chg="add del">
          <ac:chgData name="ahmad matar" userId="4c7aac9de00460d4" providerId="Windows Live" clId="Web-{05BEAD40-3607-DBC8-D96A-85011C2FA95F}" dt="2025-01-17T14:45:28.906" v="3"/>
          <ac:spMkLst>
            <pc:docMk/>
            <pc:sldMk cId="527865076" sldId="265"/>
            <ac:spMk id="48" creationId="{E37EECFC-A684-4391-AE85-4CDAF5565F61}"/>
          </ac:spMkLst>
        </pc:spChg>
        <pc:spChg chg="add del">
          <ac:chgData name="ahmad matar" userId="4c7aac9de00460d4" providerId="Windows Live" clId="Web-{05BEAD40-3607-DBC8-D96A-85011C2FA95F}" dt="2025-01-17T14:45:32.187" v="5"/>
          <ac:spMkLst>
            <pc:docMk/>
            <pc:sldMk cId="527865076" sldId="265"/>
            <ac:spMk id="50" creationId="{A4AC5506-6312-4701-8D3C-40187889A947}"/>
          </ac:spMkLst>
        </pc:spChg>
        <pc:spChg chg="add del">
          <ac:chgData name="ahmad matar" userId="4c7aac9de00460d4" providerId="Windows Live" clId="Web-{05BEAD40-3607-DBC8-D96A-85011C2FA95F}" dt="2025-01-17T14:45:34.922" v="7"/>
          <ac:spMkLst>
            <pc:docMk/>
            <pc:sldMk cId="527865076" sldId="265"/>
            <ac:spMk id="52" creationId="{3B47FC9C-2ED3-4100-A4EF-E8CDFEE106C9}"/>
          </ac:spMkLst>
        </pc:spChg>
        <pc:spChg chg="add del">
          <ac:chgData name="ahmad matar" userId="4c7aac9de00460d4" providerId="Windows Live" clId="Web-{05BEAD40-3607-DBC8-D96A-85011C2FA95F}" dt="2025-01-17T14:45:37.391" v="9"/>
          <ac:spMkLst>
            <pc:docMk/>
            <pc:sldMk cId="527865076" sldId="265"/>
            <ac:spMk id="54" creationId="{F0A604E4-7307-451C-93BE-F1F7E1BF3BF8}"/>
          </ac:spMkLst>
        </pc:spChg>
        <pc:spChg chg="add del">
          <ac:chgData name="ahmad matar" userId="4c7aac9de00460d4" providerId="Windows Live" clId="Web-{05BEAD40-3607-DBC8-D96A-85011C2FA95F}" dt="2025-01-17T14:45:37.391" v="9"/>
          <ac:spMkLst>
            <pc:docMk/>
            <pc:sldMk cId="527865076" sldId="265"/>
            <ac:spMk id="55" creationId="{F7F3A0AA-35E5-4085-942B-737839030604}"/>
          </ac:spMkLst>
        </pc:spChg>
        <pc:spChg chg="add del">
          <ac:chgData name="ahmad matar" userId="4c7aac9de00460d4" providerId="Windows Live" clId="Web-{05BEAD40-3607-DBC8-D96A-85011C2FA95F}" dt="2025-01-17T14:45:37.391" v="9"/>
          <ac:spMkLst>
            <pc:docMk/>
            <pc:sldMk cId="527865076" sldId="265"/>
            <ac:spMk id="56" creationId="{402F5C38-C747-4173-ABBF-656E39E82130}"/>
          </ac:spMkLst>
        </pc:spChg>
        <pc:spChg chg="add del">
          <ac:chgData name="ahmad matar" userId="4c7aac9de00460d4" providerId="Windows Live" clId="Web-{05BEAD40-3607-DBC8-D96A-85011C2FA95F}" dt="2025-01-17T14:45:37.391" v="9"/>
          <ac:spMkLst>
            <pc:docMk/>
            <pc:sldMk cId="527865076" sldId="265"/>
            <ac:spMk id="57" creationId="{E37EECFC-A684-4391-AE85-4CDAF5565F61}"/>
          </ac:spMkLst>
        </pc:spChg>
        <pc:spChg chg="add">
          <ac:chgData name="ahmad matar" userId="4c7aac9de00460d4" providerId="Windows Live" clId="Web-{05BEAD40-3607-DBC8-D96A-85011C2FA95F}" dt="2025-01-17T14:45:37.406" v="10"/>
          <ac:spMkLst>
            <pc:docMk/>
            <pc:sldMk cId="527865076" sldId="265"/>
            <ac:spMk id="59" creationId="{A8384FB5-9ADC-4DDC-881B-597D56F5B15D}"/>
          </ac:spMkLst>
        </pc:spChg>
        <pc:spChg chg="add">
          <ac:chgData name="ahmad matar" userId="4c7aac9de00460d4" providerId="Windows Live" clId="Web-{05BEAD40-3607-DBC8-D96A-85011C2FA95F}" dt="2025-01-17T14:45:37.406" v="10"/>
          <ac:spMkLst>
            <pc:docMk/>
            <pc:sldMk cId="527865076" sldId="265"/>
            <ac:spMk id="60" creationId="{1199E1B1-A8C0-4FE8-A5A8-1CB41D69F857}"/>
          </ac:spMkLst>
        </pc:spChg>
        <pc:spChg chg="add">
          <ac:chgData name="ahmad matar" userId="4c7aac9de00460d4" providerId="Windows Live" clId="Web-{05BEAD40-3607-DBC8-D96A-85011C2FA95F}" dt="2025-01-17T14:45:37.406" v="10"/>
          <ac:spMkLst>
            <pc:docMk/>
            <pc:sldMk cId="527865076" sldId="265"/>
            <ac:spMk id="61" creationId="{84A8DE83-DE75-4B41-9DB4-A7EC0B0DEC0B}"/>
          </ac:spMkLst>
        </pc:spChg>
        <pc:spChg chg="add">
          <ac:chgData name="ahmad matar" userId="4c7aac9de00460d4" providerId="Windows Live" clId="Web-{05BEAD40-3607-DBC8-D96A-85011C2FA95F}" dt="2025-01-17T14:45:37.406" v="10"/>
          <ac:spMkLst>
            <pc:docMk/>
            <pc:sldMk cId="527865076" sldId="265"/>
            <ac:spMk id="62" creationId="{A7009A0A-BEF5-4EAC-AF15-E4F9F002E239}"/>
          </ac:spMkLst>
        </pc:spChg>
        <pc:picChg chg="mod ord">
          <ac:chgData name="ahmad matar" userId="4c7aac9de00460d4" providerId="Windows Live" clId="Web-{05BEAD40-3607-DBC8-D96A-85011C2FA95F}" dt="2025-01-17T14:45:37.406" v="10"/>
          <ac:picMkLst>
            <pc:docMk/>
            <pc:sldMk cId="527865076" sldId="265"/>
            <ac:picMk id="4" creationId="{04891218-87C6-8601-F824-0DA812B94CEB}"/>
          </ac:picMkLst>
        </pc:picChg>
        <pc:cxnChg chg="add del">
          <ac:chgData name="ahmad matar" userId="4c7aac9de00460d4" providerId="Windows Live" clId="Web-{05BEAD40-3607-DBC8-D96A-85011C2FA95F}" dt="2025-01-17T14:45:37.406" v="10"/>
          <ac:cxnSpMkLst>
            <pc:docMk/>
            <pc:sldMk cId="527865076" sldId="265"/>
            <ac:cxnSpMk id="30" creationId="{AA2EAA10-076F-46BD-8F0F-B9A2FB77A85C}"/>
          </ac:cxnSpMkLst>
        </pc:cxnChg>
        <pc:cxnChg chg="add del">
          <ac:chgData name="ahmad matar" userId="4c7aac9de00460d4" providerId="Windows Live" clId="Web-{05BEAD40-3607-DBC8-D96A-85011C2FA95F}" dt="2025-01-17T14:45:37.406" v="10"/>
          <ac:cxnSpMkLst>
            <pc:docMk/>
            <pc:sldMk cId="527865076" sldId="265"/>
            <ac:cxnSpMk id="32" creationId="{D891E407-403B-4764-86C9-33A56D3BCAA3}"/>
          </ac:cxnSpMkLst>
        </pc:cxnChg>
      </pc:sldChg>
      <pc:sldChg chg="addSp delSp modSp mod setBg">
        <pc:chgData name="ahmad matar" userId="4c7aac9de00460d4" providerId="Windows Live" clId="Web-{05BEAD40-3607-DBC8-D96A-85011C2FA95F}" dt="2025-01-17T15:00:23.527" v="207"/>
        <pc:sldMkLst>
          <pc:docMk/>
          <pc:sldMk cId="579017500" sldId="266"/>
        </pc:sldMkLst>
        <pc:spChg chg="mod">
          <ac:chgData name="ahmad matar" userId="4c7aac9de00460d4" providerId="Windows Live" clId="Web-{05BEAD40-3607-DBC8-D96A-85011C2FA95F}" dt="2025-01-17T15:00:23.527" v="207"/>
          <ac:spMkLst>
            <pc:docMk/>
            <pc:sldMk cId="579017500" sldId="266"/>
            <ac:spMk id="2" creationId="{FBBF1ED4-C097-B9E3-511D-5C8DFFD4D5E2}"/>
          </ac:spMkLst>
        </pc:spChg>
        <pc:spChg chg="del mod">
          <ac:chgData name="ahmad matar" userId="4c7aac9de00460d4" providerId="Windows Live" clId="Web-{05BEAD40-3607-DBC8-D96A-85011C2FA95F}" dt="2025-01-17T14:59:56.980" v="202"/>
          <ac:spMkLst>
            <pc:docMk/>
            <pc:sldMk cId="579017500" sldId="266"/>
            <ac:spMk id="3" creationId="{1BC1213C-4EEE-A6FF-71E7-A98AEBBCD97A}"/>
          </ac:spMkLst>
        </pc:spChg>
        <pc:spChg chg="add del mod ord">
          <ac:chgData name="ahmad matar" userId="4c7aac9de00460d4" providerId="Windows Live" clId="Web-{05BEAD40-3607-DBC8-D96A-85011C2FA95F}" dt="2025-01-17T15:00:23.527" v="207"/>
          <ac:spMkLst>
            <pc:docMk/>
            <pc:sldMk cId="579017500" sldId="266"/>
            <ac:spMk id="8" creationId="{5C16C683-274C-F8B3-1196-57D0C06B9648}"/>
          </ac:spMkLst>
        </pc:spChg>
        <pc:spChg chg="add del">
          <ac:chgData name="ahmad matar" userId="4c7aac9de00460d4" providerId="Windows Live" clId="Web-{05BEAD40-3607-DBC8-D96A-85011C2FA95F}" dt="2025-01-17T15:00:23.527" v="207"/>
          <ac:spMkLst>
            <pc:docMk/>
            <pc:sldMk cId="579017500" sldId="266"/>
            <ac:spMk id="11" creationId="{17BDD930-0E65-490A-9CE5-554C357C4428}"/>
          </ac:spMkLst>
        </pc:spChg>
        <pc:spChg chg="add del">
          <ac:chgData name="ahmad matar" userId="4c7aac9de00460d4" providerId="Windows Live" clId="Web-{05BEAD40-3607-DBC8-D96A-85011C2FA95F}" dt="2025-01-17T15:00:23.527" v="207"/>
          <ac:spMkLst>
            <pc:docMk/>
            <pc:sldMk cId="579017500" sldId="266"/>
            <ac:spMk id="13" creationId="{3A912C67-99A1-4956-8F68-1846C21771E8}"/>
          </ac:spMkLst>
        </pc:spChg>
        <pc:spChg chg="add del">
          <ac:chgData name="ahmad matar" userId="4c7aac9de00460d4" providerId="Windows Live" clId="Web-{05BEAD40-3607-DBC8-D96A-85011C2FA95F}" dt="2025-01-17T15:00:23.512" v="206"/>
          <ac:spMkLst>
            <pc:docMk/>
            <pc:sldMk cId="579017500" sldId="266"/>
            <ac:spMk id="30" creationId="{92468898-5A6E-4D55-85EC-308E785EE06C}"/>
          </ac:spMkLst>
        </pc:spChg>
        <pc:spChg chg="add del">
          <ac:chgData name="ahmad matar" userId="4c7aac9de00460d4" providerId="Windows Live" clId="Web-{05BEAD40-3607-DBC8-D96A-85011C2FA95F}" dt="2025-01-17T15:00:23.512" v="206"/>
          <ac:spMkLst>
            <pc:docMk/>
            <pc:sldMk cId="579017500" sldId="266"/>
            <ac:spMk id="32" creationId="{3E23A947-2D45-4208-AE2B-64948C87A3EB}"/>
          </ac:spMkLst>
        </pc:spChg>
        <pc:spChg chg="add del">
          <ac:chgData name="ahmad matar" userId="4c7aac9de00460d4" providerId="Windows Live" clId="Web-{05BEAD40-3607-DBC8-D96A-85011C2FA95F}" dt="2025-01-17T15:00:23.512" v="206"/>
          <ac:spMkLst>
            <pc:docMk/>
            <pc:sldMk cId="579017500" sldId="266"/>
            <ac:spMk id="34" creationId="{E5BBB0F9-6A59-4D02-A9C7-A2D6516684CE}"/>
          </ac:spMkLst>
        </pc:spChg>
        <pc:spChg chg="add">
          <ac:chgData name="ahmad matar" userId="4c7aac9de00460d4" providerId="Windows Live" clId="Web-{05BEAD40-3607-DBC8-D96A-85011C2FA95F}" dt="2025-01-17T15:00:23.527" v="207"/>
          <ac:spMkLst>
            <pc:docMk/>
            <pc:sldMk cId="579017500" sldId="266"/>
            <ac:spMk id="36" creationId="{A4AC5506-6312-4701-8D3C-40187889A947}"/>
          </ac:spMkLst>
        </pc:spChg>
        <pc:grpChg chg="add del">
          <ac:chgData name="ahmad matar" userId="4c7aac9de00460d4" providerId="Windows Live" clId="Web-{05BEAD40-3607-DBC8-D96A-85011C2FA95F}" dt="2025-01-17T15:00:23.527" v="207"/>
          <ac:grpSpMkLst>
            <pc:docMk/>
            <pc:sldMk cId="579017500" sldId="266"/>
            <ac:grpSpMk id="15" creationId="{569E5994-073E-4708-B3E6-43BFED0CEB4C}"/>
          </ac:grpSpMkLst>
        </pc:grpChg>
        <pc:grpChg chg="add del">
          <ac:chgData name="ahmad matar" userId="4c7aac9de00460d4" providerId="Windows Live" clId="Web-{05BEAD40-3607-DBC8-D96A-85011C2FA95F}" dt="2025-01-17T15:00:23.527" v="207"/>
          <ac:grpSpMkLst>
            <pc:docMk/>
            <pc:sldMk cId="579017500" sldId="266"/>
            <ac:grpSpMk id="21" creationId="{DD81D498-EAA8-40F3-8230-AE4DEDA3830D}"/>
          </ac:grpSpMkLst>
        </pc:grpChg>
        <pc:picChg chg="add mod ord">
          <ac:chgData name="ahmad matar" userId="4c7aac9de00460d4" providerId="Windows Live" clId="Web-{05BEAD40-3607-DBC8-D96A-85011C2FA95F}" dt="2025-01-17T15:00:23.527" v="207"/>
          <ac:picMkLst>
            <pc:docMk/>
            <pc:sldMk cId="579017500" sldId="266"/>
            <ac:picMk id="4" creationId="{313E619B-AD70-E6C6-F580-B859B64667D2}"/>
          </ac:picMkLst>
        </pc:picChg>
      </pc:sldChg>
      <pc:sldChg chg="addSp delSp modSp new mod setBg">
        <pc:chgData name="ahmad matar" userId="4c7aac9de00460d4" providerId="Windows Live" clId="Web-{05BEAD40-3607-DBC8-D96A-85011C2FA95F}" dt="2025-01-17T15:01:01.435" v="213"/>
        <pc:sldMkLst>
          <pc:docMk/>
          <pc:sldMk cId="1673821185" sldId="267"/>
        </pc:sldMkLst>
        <pc:spChg chg="del">
          <ac:chgData name="ahmad matar" userId="4c7aac9de00460d4" providerId="Windows Live" clId="Web-{05BEAD40-3607-DBC8-D96A-85011C2FA95F}" dt="2025-01-17T15:01:01.435" v="213"/>
          <ac:spMkLst>
            <pc:docMk/>
            <pc:sldMk cId="1673821185" sldId="267"/>
            <ac:spMk id="2" creationId="{8C83581F-7D0E-A002-F6CE-DC42164D34AC}"/>
          </ac:spMkLst>
        </pc:spChg>
        <pc:spChg chg="del">
          <ac:chgData name="ahmad matar" userId="4c7aac9de00460d4" providerId="Windows Live" clId="Web-{05BEAD40-3607-DBC8-D96A-85011C2FA95F}" dt="2025-01-17T15:00:52.356" v="209"/>
          <ac:spMkLst>
            <pc:docMk/>
            <pc:sldMk cId="1673821185" sldId="267"/>
            <ac:spMk id="3" creationId="{324FFF11-FD95-8A44-B79B-C0CCA0A80EEF}"/>
          </ac:spMkLst>
        </pc:spChg>
        <pc:spChg chg="add">
          <ac:chgData name="ahmad matar" userId="4c7aac9de00460d4" providerId="Windows Live" clId="Web-{05BEAD40-3607-DBC8-D96A-85011C2FA95F}" dt="2025-01-17T15:01:01.435" v="213"/>
          <ac:spMkLst>
            <pc:docMk/>
            <pc:sldMk cId="1673821185" sldId="267"/>
            <ac:spMk id="9" creationId="{42A4FC2C-047E-45A5-965D-8E1E3BF09BC6}"/>
          </ac:spMkLst>
        </pc:spChg>
        <pc:picChg chg="add mod ord">
          <ac:chgData name="ahmad matar" userId="4c7aac9de00460d4" providerId="Windows Live" clId="Web-{05BEAD40-3607-DBC8-D96A-85011C2FA95F}" dt="2025-01-17T15:01:01.435" v="213"/>
          <ac:picMkLst>
            <pc:docMk/>
            <pc:sldMk cId="1673821185" sldId="267"/>
            <ac:picMk id="4" creationId="{14EF6AC5-F5E0-73FD-062B-C68876A47A8E}"/>
          </ac:picMkLst>
        </pc:picChg>
      </pc:sldChg>
    </pc:docChg>
  </pc:docChgLst>
  <pc:docChgLst>
    <pc:chgData name="ahmad matar" userId="4c7aac9de00460d4" providerId="Windows Live" clId="Web-{1FA7D400-9E49-90E0-5EFA-78D2F3EE292B}"/>
    <pc:docChg chg="addSld delSld modSld">
      <pc:chgData name="ahmad matar" userId="4c7aac9de00460d4" providerId="Windows Live" clId="Web-{1FA7D400-9E49-90E0-5EFA-78D2F3EE292B}" dt="2025-01-18T18:27:18.063" v="79" actId="14100"/>
      <pc:docMkLst>
        <pc:docMk/>
      </pc:docMkLst>
      <pc:sldChg chg="addSp delSp modSp">
        <pc:chgData name="ahmad matar" userId="4c7aac9de00460d4" providerId="Windows Live" clId="Web-{1FA7D400-9E49-90E0-5EFA-78D2F3EE292B}" dt="2025-01-18T18:20:49.049" v="58" actId="14100"/>
        <pc:sldMkLst>
          <pc:docMk/>
          <pc:sldMk cId="1591533115" sldId="306"/>
        </pc:sldMkLst>
        <pc:spChg chg="mod">
          <ac:chgData name="ahmad matar" userId="4c7aac9de00460d4" providerId="Windows Live" clId="Web-{1FA7D400-9E49-90E0-5EFA-78D2F3EE292B}" dt="2025-01-18T18:19:49.187" v="54"/>
          <ac:spMkLst>
            <pc:docMk/>
            <pc:sldMk cId="1591533115" sldId="306"/>
            <ac:spMk id="2" creationId="{2D1FEA66-A770-5B35-A1A3-FB119057CF76}"/>
          </ac:spMkLst>
        </pc:spChg>
        <pc:spChg chg="add del mod">
          <ac:chgData name="ahmad matar" userId="4c7aac9de00460d4" providerId="Windows Live" clId="Web-{1FA7D400-9E49-90E0-5EFA-78D2F3EE292B}" dt="2025-01-18T18:19:33.952" v="51"/>
          <ac:spMkLst>
            <pc:docMk/>
            <pc:sldMk cId="1591533115" sldId="306"/>
            <ac:spMk id="5" creationId="{47C4E817-CFCA-D0E5-F8D0-9F29CFD79B95}"/>
          </ac:spMkLst>
        </pc:spChg>
        <pc:spChg chg="add del mod">
          <ac:chgData name="ahmad matar" userId="4c7aac9de00460d4" providerId="Windows Live" clId="Web-{1FA7D400-9E49-90E0-5EFA-78D2F3EE292B}" dt="2025-01-18T18:19:46.203" v="53"/>
          <ac:spMkLst>
            <pc:docMk/>
            <pc:sldMk cId="1591533115" sldId="306"/>
            <ac:spMk id="8" creationId="{A7F66A97-2972-2244-65AF-C0BFDB0BAC59}"/>
          </ac:spMkLst>
        </pc:spChg>
        <pc:spChg chg="del">
          <ac:chgData name="ahmad matar" userId="4c7aac9de00460d4" providerId="Windows Live" clId="Web-{1FA7D400-9E49-90E0-5EFA-78D2F3EE292B}" dt="2025-01-18T18:19:49.187" v="54"/>
          <ac:spMkLst>
            <pc:docMk/>
            <pc:sldMk cId="1591533115" sldId="306"/>
            <ac:spMk id="16" creationId="{A4AC5506-6312-4701-8D3C-40187889A947}"/>
          </ac:spMkLst>
        </pc:spChg>
        <pc:spChg chg="add">
          <ac:chgData name="ahmad matar" userId="4c7aac9de00460d4" providerId="Windows Live" clId="Web-{1FA7D400-9E49-90E0-5EFA-78D2F3EE292B}" dt="2025-01-18T18:19:49.187" v="54"/>
          <ac:spMkLst>
            <pc:docMk/>
            <pc:sldMk cId="1591533115" sldId="306"/>
            <ac:spMk id="21" creationId="{A4AC5506-6312-4701-8D3C-40187889A947}"/>
          </ac:spMkLst>
        </pc:spChg>
        <pc:picChg chg="del">
          <ac:chgData name="ahmad matar" userId="4c7aac9de00460d4" providerId="Windows Live" clId="Web-{1FA7D400-9E49-90E0-5EFA-78D2F3EE292B}" dt="2025-01-18T18:19:31.764" v="50"/>
          <ac:picMkLst>
            <pc:docMk/>
            <pc:sldMk cId="1591533115" sldId="306"/>
            <ac:picMk id="4" creationId="{235A81D4-D7CF-12CD-11AA-5521F8F58A75}"/>
          </ac:picMkLst>
        </pc:picChg>
        <pc:picChg chg="add del mod ord">
          <ac:chgData name="ahmad matar" userId="4c7aac9de00460d4" providerId="Windows Live" clId="Web-{1FA7D400-9E49-90E0-5EFA-78D2F3EE292B}" dt="2025-01-18T18:19:35.749" v="52"/>
          <ac:picMkLst>
            <pc:docMk/>
            <pc:sldMk cId="1591533115" sldId="306"/>
            <ac:picMk id="6" creationId="{2A961E00-DB6C-3BD7-3A56-9DAF7E30D9A9}"/>
          </ac:picMkLst>
        </pc:picChg>
        <pc:picChg chg="add mod ord">
          <ac:chgData name="ahmad matar" userId="4c7aac9de00460d4" providerId="Windows Live" clId="Web-{1FA7D400-9E49-90E0-5EFA-78D2F3EE292B}" dt="2025-01-18T18:20:49.049" v="58" actId="14100"/>
          <ac:picMkLst>
            <pc:docMk/>
            <pc:sldMk cId="1591533115" sldId="306"/>
            <ac:picMk id="9" creationId="{068AA9A5-CD92-7CB6-9667-16763BCC30E7}"/>
          </ac:picMkLst>
        </pc:picChg>
      </pc:sldChg>
      <pc:sldChg chg="addSp delSp modSp">
        <pc:chgData name="ahmad matar" userId="4c7aac9de00460d4" providerId="Windows Live" clId="Web-{1FA7D400-9E49-90E0-5EFA-78D2F3EE292B}" dt="2025-01-18T18:27:18.063" v="79" actId="14100"/>
        <pc:sldMkLst>
          <pc:docMk/>
          <pc:sldMk cId="1917624723" sldId="308"/>
        </pc:sldMkLst>
        <pc:spChg chg="mod">
          <ac:chgData name="ahmad matar" userId="4c7aac9de00460d4" providerId="Windows Live" clId="Web-{1FA7D400-9E49-90E0-5EFA-78D2F3EE292B}" dt="2025-01-18T18:27:06.125" v="74"/>
          <ac:spMkLst>
            <pc:docMk/>
            <pc:sldMk cId="1917624723" sldId="308"/>
            <ac:spMk id="2" creationId="{B34ABD60-B8EA-D2EF-0E6A-3DA7228F1A43}"/>
          </ac:spMkLst>
        </pc:spChg>
        <pc:spChg chg="add del mod">
          <ac:chgData name="ahmad matar" userId="4c7aac9de00460d4" providerId="Windows Live" clId="Web-{1FA7D400-9E49-90E0-5EFA-78D2F3EE292B}" dt="2025-01-18T18:27:01.797" v="72"/>
          <ac:spMkLst>
            <pc:docMk/>
            <pc:sldMk cId="1917624723" sldId="308"/>
            <ac:spMk id="5" creationId="{474F6EA3-7E3F-AC9C-6D85-7C2BE12D0D32}"/>
          </ac:spMkLst>
        </pc:spChg>
        <pc:spChg chg="del">
          <ac:chgData name="ahmad matar" userId="4c7aac9de00460d4" providerId="Windows Live" clId="Web-{1FA7D400-9E49-90E0-5EFA-78D2F3EE292B}" dt="2025-01-18T18:27:06.125" v="74"/>
          <ac:spMkLst>
            <pc:docMk/>
            <pc:sldMk cId="1917624723" sldId="308"/>
            <ac:spMk id="9" creationId="{37C89E4B-3C9F-44B9-8B86-D9E3D112D8EC}"/>
          </ac:spMkLst>
        </pc:spChg>
        <pc:spChg chg="add">
          <ac:chgData name="ahmad matar" userId="4c7aac9de00460d4" providerId="Windows Live" clId="Web-{1FA7D400-9E49-90E0-5EFA-78D2F3EE292B}" dt="2025-01-18T18:27:06.125" v="74"/>
          <ac:spMkLst>
            <pc:docMk/>
            <pc:sldMk cId="1917624723" sldId="308"/>
            <ac:spMk id="21" creationId="{A4AC5506-6312-4701-8D3C-40187889A947}"/>
          </ac:spMkLst>
        </pc:spChg>
        <pc:picChg chg="del">
          <ac:chgData name="ahmad matar" userId="4c7aac9de00460d4" providerId="Windows Live" clId="Web-{1FA7D400-9E49-90E0-5EFA-78D2F3EE292B}" dt="2025-01-18T18:26:57.297" v="71"/>
          <ac:picMkLst>
            <pc:docMk/>
            <pc:sldMk cId="1917624723" sldId="308"/>
            <ac:picMk id="4" creationId="{9BBF4577-1FCA-B1BB-F1BF-C7EDE99399C4}"/>
          </ac:picMkLst>
        </pc:picChg>
        <pc:picChg chg="add mod ord">
          <ac:chgData name="ahmad matar" userId="4c7aac9de00460d4" providerId="Windows Live" clId="Web-{1FA7D400-9E49-90E0-5EFA-78D2F3EE292B}" dt="2025-01-18T18:27:18.063" v="79" actId="14100"/>
          <ac:picMkLst>
            <pc:docMk/>
            <pc:sldMk cId="1917624723" sldId="308"/>
            <ac:picMk id="6" creationId="{50838B64-537C-A47C-FDAB-A0BDBD5058F3}"/>
          </ac:picMkLst>
        </pc:picChg>
        <pc:cxnChg chg="del">
          <ac:chgData name="ahmad matar" userId="4c7aac9de00460d4" providerId="Windows Live" clId="Web-{1FA7D400-9E49-90E0-5EFA-78D2F3EE292B}" dt="2025-01-18T18:27:06.125" v="74"/>
          <ac:cxnSpMkLst>
            <pc:docMk/>
            <pc:sldMk cId="1917624723" sldId="308"/>
            <ac:cxnSpMk id="15" creationId="{AA2EAA10-076F-46BD-8F0F-B9A2FB77A85C}"/>
          </ac:cxnSpMkLst>
        </pc:cxnChg>
        <pc:cxnChg chg="del">
          <ac:chgData name="ahmad matar" userId="4c7aac9de00460d4" providerId="Windows Live" clId="Web-{1FA7D400-9E49-90E0-5EFA-78D2F3EE292B}" dt="2025-01-18T18:27:06.125" v="74"/>
          <ac:cxnSpMkLst>
            <pc:docMk/>
            <pc:sldMk cId="1917624723" sldId="308"/>
            <ac:cxnSpMk id="16" creationId="{D891E407-403B-4764-86C9-33A56D3BCAA3}"/>
          </ac:cxnSpMkLst>
        </pc:cxnChg>
      </pc:sldChg>
      <pc:sldChg chg="add del">
        <pc:chgData name="ahmad matar" userId="4c7aac9de00460d4" providerId="Windows Live" clId="Web-{1FA7D400-9E49-90E0-5EFA-78D2F3EE292B}" dt="2025-01-18T18:22:30.974" v="61"/>
        <pc:sldMkLst>
          <pc:docMk/>
          <pc:sldMk cId="3465218794" sldId="310"/>
        </pc:sldMkLst>
      </pc:sldChg>
      <pc:sldChg chg="del">
        <pc:chgData name="ahmad matar" userId="4c7aac9de00460d4" providerId="Windows Live" clId="Web-{1FA7D400-9E49-90E0-5EFA-78D2F3EE292B}" dt="2025-01-18T17:31:43.891" v="35"/>
        <pc:sldMkLst>
          <pc:docMk/>
          <pc:sldMk cId="3055007835" sldId="322"/>
        </pc:sldMkLst>
      </pc:sldChg>
      <pc:sldChg chg="delSp modSp">
        <pc:chgData name="ahmad matar" userId="4c7aac9de00460d4" providerId="Windows Live" clId="Web-{1FA7D400-9E49-90E0-5EFA-78D2F3EE292B}" dt="2025-01-18T16:56:49.417" v="5" actId="14100"/>
        <pc:sldMkLst>
          <pc:docMk/>
          <pc:sldMk cId="3861588396" sldId="326"/>
        </pc:sldMkLst>
        <pc:spChg chg="del">
          <ac:chgData name="ahmad matar" userId="4c7aac9de00460d4" providerId="Windows Live" clId="Web-{1FA7D400-9E49-90E0-5EFA-78D2F3EE292B}" dt="2025-01-18T16:56:36.948" v="0"/>
          <ac:spMkLst>
            <pc:docMk/>
            <pc:sldMk cId="3861588396" sldId="326"/>
            <ac:spMk id="9" creationId="{2D2B266D-3625-4584-A5C3-7D3F672CFF30}"/>
          </ac:spMkLst>
        </pc:spChg>
        <pc:spChg chg="del">
          <ac:chgData name="ahmad matar" userId="4c7aac9de00460d4" providerId="Windows Live" clId="Web-{1FA7D400-9E49-90E0-5EFA-78D2F3EE292B}" dt="2025-01-18T16:56:36.948" v="0"/>
          <ac:spMkLst>
            <pc:docMk/>
            <pc:sldMk cId="3861588396" sldId="326"/>
            <ac:spMk id="11" creationId="{C463B99A-73EE-4FBB-B7C4-F9F9BCC25C65}"/>
          </ac:spMkLst>
        </pc:spChg>
        <pc:spChg chg="del">
          <ac:chgData name="ahmad matar" userId="4c7aac9de00460d4" providerId="Windows Live" clId="Web-{1FA7D400-9E49-90E0-5EFA-78D2F3EE292B}" dt="2025-01-18T16:56:36.948" v="0"/>
          <ac:spMkLst>
            <pc:docMk/>
            <pc:sldMk cId="3861588396" sldId="326"/>
            <ac:spMk id="13" creationId="{A5D2A5D1-BA0D-47D3-B051-DA7743C46E28}"/>
          </ac:spMkLst>
        </pc:spChg>
        <pc:picChg chg="mod">
          <ac:chgData name="ahmad matar" userId="4c7aac9de00460d4" providerId="Windows Live" clId="Web-{1FA7D400-9E49-90E0-5EFA-78D2F3EE292B}" dt="2025-01-18T16:56:49.417" v="5" actId="14100"/>
          <ac:picMkLst>
            <pc:docMk/>
            <pc:sldMk cId="3861588396" sldId="326"/>
            <ac:picMk id="4" creationId="{37432062-6F0B-4FB3-D060-18C08056E262}"/>
          </ac:picMkLst>
        </pc:picChg>
      </pc:sldChg>
      <pc:sldChg chg="addSp delSp modSp new mod setBg">
        <pc:chgData name="ahmad matar" userId="4c7aac9de00460d4" providerId="Windows Live" clId="Web-{1FA7D400-9E49-90E0-5EFA-78D2F3EE292B}" dt="2025-01-18T17:31:30.875" v="34" actId="1076"/>
        <pc:sldMkLst>
          <pc:docMk/>
          <pc:sldMk cId="830375741" sldId="327"/>
        </pc:sldMkLst>
        <pc:spChg chg="del">
          <ac:chgData name="ahmad matar" userId="4c7aac9de00460d4" providerId="Windows Live" clId="Web-{1FA7D400-9E49-90E0-5EFA-78D2F3EE292B}" dt="2025-01-18T17:31:08.718" v="27"/>
          <ac:spMkLst>
            <pc:docMk/>
            <pc:sldMk cId="830375741" sldId="327"/>
            <ac:spMk id="2" creationId="{D410E8D7-5237-7D08-FB30-A3CF522A197A}"/>
          </ac:spMkLst>
        </pc:spChg>
        <pc:spChg chg="del">
          <ac:chgData name="ahmad matar" userId="4c7aac9de00460d4" providerId="Windows Live" clId="Web-{1FA7D400-9E49-90E0-5EFA-78D2F3EE292B}" dt="2025-01-18T17:31:05.749" v="26"/>
          <ac:spMkLst>
            <pc:docMk/>
            <pc:sldMk cId="830375741" sldId="327"/>
            <ac:spMk id="3" creationId="{C88B0D26-2FAF-FCC2-01DD-D0B105B61D98}"/>
          </ac:spMkLst>
        </pc:spChg>
        <pc:picChg chg="add mod ord">
          <ac:chgData name="ahmad matar" userId="4c7aac9de00460d4" providerId="Windows Live" clId="Web-{1FA7D400-9E49-90E0-5EFA-78D2F3EE292B}" dt="2025-01-18T17:31:30.875" v="34" actId="1076"/>
          <ac:picMkLst>
            <pc:docMk/>
            <pc:sldMk cId="830375741" sldId="327"/>
            <ac:picMk id="4" creationId="{6FF4C500-D210-4D95-C6D2-E5F054384A8D}"/>
          </ac:picMkLst>
        </pc:picChg>
      </pc:sldChg>
      <pc:sldChg chg="modSp new del">
        <pc:chgData name="ahmad matar" userId="4c7aac9de00460d4" providerId="Windows Live" clId="Web-{1FA7D400-9E49-90E0-5EFA-78D2F3EE292B}" dt="2025-01-18T16:58:29.764" v="24"/>
        <pc:sldMkLst>
          <pc:docMk/>
          <pc:sldMk cId="4089305450" sldId="327"/>
        </pc:sldMkLst>
        <pc:spChg chg="mod">
          <ac:chgData name="ahmad matar" userId="4c7aac9de00460d4" providerId="Windows Live" clId="Web-{1FA7D400-9E49-90E0-5EFA-78D2F3EE292B}" dt="2025-01-18T16:58:28.296" v="23" actId="20577"/>
          <ac:spMkLst>
            <pc:docMk/>
            <pc:sldMk cId="4089305450" sldId="327"/>
            <ac:spMk id="2" creationId="{0DC51895-EB20-9427-3C6B-EE950731E0FC}"/>
          </ac:spMkLst>
        </pc:spChg>
        <pc:spChg chg="mod">
          <ac:chgData name="ahmad matar" userId="4c7aac9de00460d4" providerId="Windows Live" clId="Web-{1FA7D400-9E49-90E0-5EFA-78D2F3EE292B}" dt="2025-01-18T16:57:21.465" v="22" actId="14100"/>
          <ac:spMkLst>
            <pc:docMk/>
            <pc:sldMk cId="4089305450" sldId="327"/>
            <ac:spMk id="3" creationId="{D4BFCB90-3AA5-2F94-8457-25D69FD77F33}"/>
          </ac:spMkLst>
        </pc:spChg>
      </pc:sldChg>
      <pc:sldChg chg="addSp delSp modSp new mod setBg">
        <pc:chgData name="ahmad matar" userId="4c7aac9de00460d4" providerId="Windows Live" clId="Web-{1FA7D400-9E49-90E0-5EFA-78D2F3EE292B}" dt="2025-01-18T18:22:55.663" v="70" actId="14100"/>
        <pc:sldMkLst>
          <pc:docMk/>
          <pc:sldMk cId="2396165169" sldId="328"/>
        </pc:sldMkLst>
        <pc:spChg chg="del mod">
          <ac:chgData name="ahmad matar" userId="4c7aac9de00460d4" providerId="Windows Live" clId="Web-{1FA7D400-9E49-90E0-5EFA-78D2F3EE292B}" dt="2025-01-18T18:22:46.037" v="66"/>
          <ac:spMkLst>
            <pc:docMk/>
            <pc:sldMk cId="2396165169" sldId="328"/>
            <ac:spMk id="2" creationId="{4D8F09DB-5357-51A7-4CEE-1830B3FF7C7D}"/>
          </ac:spMkLst>
        </pc:spChg>
        <pc:spChg chg="del">
          <ac:chgData name="ahmad matar" userId="4c7aac9de00460d4" providerId="Windows Live" clId="Web-{1FA7D400-9E49-90E0-5EFA-78D2F3EE292B}" dt="2025-01-18T18:22:34.584" v="62"/>
          <ac:spMkLst>
            <pc:docMk/>
            <pc:sldMk cId="2396165169" sldId="328"/>
            <ac:spMk id="3" creationId="{EC31C205-D7B6-1109-7244-BCB9ABBC923E}"/>
          </ac:spMkLst>
        </pc:spChg>
        <pc:picChg chg="add mod ord">
          <ac:chgData name="ahmad matar" userId="4c7aac9de00460d4" providerId="Windows Live" clId="Web-{1FA7D400-9E49-90E0-5EFA-78D2F3EE292B}" dt="2025-01-18T18:22:55.663" v="70" actId="14100"/>
          <ac:picMkLst>
            <pc:docMk/>
            <pc:sldMk cId="2396165169" sldId="328"/>
            <ac:picMk id="4" creationId="{5E7C3375-B5AA-B191-0FB1-7E526D42CEF4}"/>
          </ac:picMkLst>
        </pc:picChg>
      </pc:sldChg>
    </pc:docChg>
  </pc:docChgLst>
  <pc:docChgLst>
    <pc:chgData name="ahmad matar" userId="4c7aac9de00460d4" providerId="Windows Live" clId="Web-{7B747F63-B3AC-19B3-EDC8-9D6F4DB3774E}"/>
    <pc:docChg chg="delSld">
      <pc:chgData name="ahmad matar" userId="4c7aac9de00460d4" providerId="Windows Live" clId="Web-{7B747F63-B3AC-19B3-EDC8-9D6F4DB3774E}" dt="2025-01-18T18:48:38.150" v="1"/>
      <pc:docMkLst>
        <pc:docMk/>
      </pc:docMkLst>
      <pc:sldChg chg="del">
        <pc:chgData name="ahmad matar" userId="4c7aac9de00460d4" providerId="Windows Live" clId="Web-{7B747F63-B3AC-19B3-EDC8-9D6F4DB3774E}" dt="2025-01-18T18:48:38.150" v="1"/>
        <pc:sldMkLst>
          <pc:docMk/>
          <pc:sldMk cId="4062663914" sldId="324"/>
        </pc:sldMkLst>
      </pc:sldChg>
      <pc:sldChg chg="del">
        <pc:chgData name="ahmad matar" userId="4c7aac9de00460d4" providerId="Windows Live" clId="Web-{7B747F63-B3AC-19B3-EDC8-9D6F4DB3774E}" dt="2025-01-18T18:48:29.134" v="0"/>
        <pc:sldMkLst>
          <pc:docMk/>
          <pc:sldMk cId="830375741" sldId="327"/>
        </pc:sldMkLst>
      </pc:sldChg>
    </pc:docChg>
  </pc:docChgLst>
  <pc:docChgLst>
    <pc:chgData name="ahmad matar" userId="4c7aac9de00460d4" providerId="Windows Live" clId="Web-{227A9782-2A86-18FA-C3F9-8BB5A17F05F5}"/>
    <pc:docChg chg="addSld delSld modSld">
      <pc:chgData name="ahmad matar" userId="4c7aac9de00460d4" providerId="Windows Live" clId="Web-{227A9782-2A86-18FA-C3F9-8BB5A17F05F5}" dt="2025-01-18T16:54:01.061" v="491"/>
      <pc:docMkLst>
        <pc:docMk/>
      </pc:docMkLst>
      <pc:sldChg chg="modSp del">
        <pc:chgData name="ahmad matar" userId="4c7aac9de00460d4" providerId="Windows Live" clId="Web-{227A9782-2A86-18FA-C3F9-8BB5A17F05F5}" dt="2025-01-18T14:22:50.910" v="256"/>
        <pc:sldMkLst>
          <pc:docMk/>
          <pc:sldMk cId="4061912223" sldId="257"/>
        </pc:sldMkLst>
        <pc:spChg chg="mod">
          <ac:chgData name="ahmad matar" userId="4c7aac9de00460d4" providerId="Windows Live" clId="Web-{227A9782-2A86-18FA-C3F9-8BB5A17F05F5}" dt="2025-01-18T13:54:11.041" v="204" actId="14100"/>
          <ac:spMkLst>
            <pc:docMk/>
            <pc:sldMk cId="4061912223" sldId="257"/>
            <ac:spMk id="6" creationId="{EDB53007-4233-B936-E5D8-F9F0B062D7BE}"/>
          </ac:spMkLst>
        </pc:spChg>
      </pc:sldChg>
      <pc:sldChg chg="del">
        <pc:chgData name="ahmad matar" userId="4c7aac9de00460d4" providerId="Windows Live" clId="Web-{227A9782-2A86-18FA-C3F9-8BB5A17F05F5}" dt="2025-01-18T13:48:16.341" v="202"/>
        <pc:sldMkLst>
          <pc:docMk/>
          <pc:sldMk cId="2567721602" sldId="259"/>
        </pc:sldMkLst>
      </pc:sldChg>
      <pc:sldChg chg="addSp delSp modSp">
        <pc:chgData name="ahmad matar" userId="4c7aac9de00460d4" providerId="Windows Live" clId="Web-{227A9782-2A86-18FA-C3F9-8BB5A17F05F5}" dt="2025-01-18T14:07:29.411" v="231"/>
        <pc:sldMkLst>
          <pc:docMk/>
          <pc:sldMk cId="14223835" sldId="290"/>
        </pc:sldMkLst>
        <pc:picChg chg="add del">
          <ac:chgData name="ahmad matar" userId="4c7aac9de00460d4" providerId="Windows Live" clId="Web-{227A9782-2A86-18FA-C3F9-8BB5A17F05F5}" dt="2025-01-18T14:07:29.411" v="231"/>
          <ac:picMkLst>
            <pc:docMk/>
            <pc:sldMk cId="14223835" sldId="290"/>
            <ac:picMk id="3" creationId="{AA5E3D7F-3F38-0591-46A3-FC2DEEF6BA92}"/>
          </ac:picMkLst>
        </pc:picChg>
        <pc:picChg chg="mod">
          <ac:chgData name="ahmad matar" userId="4c7aac9de00460d4" providerId="Windows Live" clId="Web-{227A9782-2A86-18FA-C3F9-8BB5A17F05F5}" dt="2025-01-18T13:59:36.473" v="214" actId="14100"/>
          <ac:picMkLst>
            <pc:docMk/>
            <pc:sldMk cId="14223835" sldId="290"/>
            <ac:picMk id="4" creationId="{C498A1C6-80A6-82ED-E009-7AEB58E7BF03}"/>
          </ac:picMkLst>
        </pc:picChg>
      </pc:sldChg>
      <pc:sldChg chg="addSp delSp modSp mod setBg">
        <pc:chgData name="ahmad matar" userId="4c7aac9de00460d4" providerId="Windows Live" clId="Web-{227A9782-2A86-18FA-C3F9-8BB5A17F05F5}" dt="2025-01-18T12:59:52.430" v="15"/>
        <pc:sldMkLst>
          <pc:docMk/>
          <pc:sldMk cId="7974295" sldId="301"/>
        </pc:sldMkLst>
        <pc:spChg chg="mod">
          <ac:chgData name="ahmad matar" userId="4c7aac9de00460d4" providerId="Windows Live" clId="Web-{227A9782-2A86-18FA-C3F9-8BB5A17F05F5}" dt="2025-01-18T12:59:52.430" v="15"/>
          <ac:spMkLst>
            <pc:docMk/>
            <pc:sldMk cId="7974295" sldId="301"/>
            <ac:spMk id="2" creationId="{28DCE113-7BAC-DBE9-33A4-FC2DB50E3992}"/>
          </ac:spMkLst>
        </pc:spChg>
        <pc:spChg chg="del mod">
          <ac:chgData name="ahmad matar" userId="4c7aac9de00460d4" providerId="Windows Live" clId="Web-{227A9782-2A86-18FA-C3F9-8BB5A17F05F5}" dt="2025-01-18T12:59:48.633" v="14"/>
          <ac:spMkLst>
            <pc:docMk/>
            <pc:sldMk cId="7974295" sldId="301"/>
            <ac:spMk id="3" creationId="{21943776-8DB7-288E-6769-64D27EC282BF}"/>
          </ac:spMkLst>
        </pc:spChg>
        <pc:spChg chg="add">
          <ac:chgData name="ahmad matar" userId="4c7aac9de00460d4" providerId="Windows Live" clId="Web-{227A9782-2A86-18FA-C3F9-8BB5A17F05F5}" dt="2025-01-18T12:59:52.430" v="15"/>
          <ac:spMkLst>
            <pc:docMk/>
            <pc:sldMk cId="7974295" sldId="301"/>
            <ac:spMk id="9" creationId="{D12DDE76-C203-4047-9998-63900085B5E8}"/>
          </ac:spMkLst>
        </pc:spChg>
        <pc:picChg chg="add mod ord">
          <ac:chgData name="ahmad matar" userId="4c7aac9de00460d4" providerId="Windows Live" clId="Web-{227A9782-2A86-18FA-C3F9-8BB5A17F05F5}" dt="2025-01-18T12:59:52.430" v="15"/>
          <ac:picMkLst>
            <pc:docMk/>
            <pc:sldMk cId="7974295" sldId="301"/>
            <ac:picMk id="4" creationId="{90633B0E-A434-5195-5E30-EEA2ECAEC8C0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3:02:40.248" v="22"/>
        <pc:sldMkLst>
          <pc:docMk/>
          <pc:sldMk cId="3503370460" sldId="302"/>
        </pc:sldMkLst>
        <pc:spChg chg="del">
          <ac:chgData name="ahmad matar" userId="4c7aac9de00460d4" providerId="Windows Live" clId="Web-{227A9782-2A86-18FA-C3F9-8BB5A17F05F5}" dt="2025-01-18T13:01:29.840" v="18"/>
          <ac:spMkLst>
            <pc:docMk/>
            <pc:sldMk cId="3503370460" sldId="302"/>
            <ac:spMk id="2" creationId="{24992175-4BA5-D0F2-69BD-A64A3699EE28}"/>
          </ac:spMkLst>
        </pc:spChg>
        <pc:spChg chg="del">
          <ac:chgData name="ahmad matar" userId="4c7aac9de00460d4" providerId="Windows Live" clId="Web-{227A9782-2A86-18FA-C3F9-8BB5A17F05F5}" dt="2025-01-18T13:01:27.012" v="17"/>
          <ac:spMkLst>
            <pc:docMk/>
            <pc:sldMk cId="3503370460" sldId="302"/>
            <ac:spMk id="3" creationId="{06E50984-DF9C-CA90-1069-A62DC130BF29}"/>
          </ac:spMkLst>
        </pc:spChg>
        <pc:spChg chg="add">
          <ac:chgData name="ahmad matar" userId="4c7aac9de00460d4" providerId="Windows Live" clId="Web-{227A9782-2A86-18FA-C3F9-8BB5A17F05F5}" dt="2025-01-18T13:02:40.248" v="22"/>
          <ac:spMkLst>
            <pc:docMk/>
            <pc:sldMk cId="3503370460" sldId="302"/>
            <ac:spMk id="18" creationId="{AB8C311F-7253-4AED-9701-7FC0708C41C7}"/>
          </ac:spMkLst>
        </pc:spChg>
        <pc:spChg chg="add">
          <ac:chgData name="ahmad matar" userId="4c7aac9de00460d4" providerId="Windows Live" clId="Web-{227A9782-2A86-18FA-C3F9-8BB5A17F05F5}" dt="2025-01-18T13:02:40.248" v="22"/>
          <ac:spMkLst>
            <pc:docMk/>
            <pc:sldMk cId="3503370460" sldId="302"/>
            <ac:spMk id="20" creationId="{FD073016-B734-483B-8953-5BADEE145112}"/>
          </ac:spMkLst>
        </pc:spChg>
        <pc:spChg chg="add">
          <ac:chgData name="ahmad matar" userId="4c7aac9de00460d4" providerId="Windows Live" clId="Web-{227A9782-2A86-18FA-C3F9-8BB5A17F05F5}" dt="2025-01-18T13:02:40.248" v="22"/>
          <ac:spMkLst>
            <pc:docMk/>
            <pc:sldMk cId="3503370460" sldId="302"/>
            <ac:spMk id="22" creationId="{90A7EAB6-59D3-4325-8DE6-E0CA4009CE53}"/>
          </ac:spMkLst>
        </pc:spChg>
        <pc:spChg chg="add">
          <ac:chgData name="ahmad matar" userId="4c7aac9de00460d4" providerId="Windows Live" clId="Web-{227A9782-2A86-18FA-C3F9-8BB5A17F05F5}" dt="2025-01-18T13:02:40.248" v="22"/>
          <ac:spMkLst>
            <pc:docMk/>
            <pc:sldMk cId="3503370460" sldId="302"/>
            <ac:spMk id="24" creationId="{A8D57A06-A426-446D-B02C-A2DC6B62E45E}"/>
          </ac:spMkLst>
        </pc:spChg>
        <pc:grpChg chg="add del">
          <ac:chgData name="ahmad matar" userId="4c7aac9de00460d4" providerId="Windows Live" clId="Web-{227A9782-2A86-18FA-C3F9-8BB5A17F05F5}" dt="2025-01-18T13:02:40.248" v="22"/>
          <ac:grpSpMkLst>
            <pc:docMk/>
            <pc:sldMk cId="3503370460" sldId="302"/>
            <ac:grpSpMk id="9" creationId="{723C66ED-DBBF-12CA-7F5E-813E0E7D036A}"/>
          </ac:grpSpMkLst>
        </pc:grpChg>
        <pc:picChg chg="add mod ord">
          <ac:chgData name="ahmad matar" userId="4c7aac9de00460d4" providerId="Windows Live" clId="Web-{227A9782-2A86-18FA-C3F9-8BB5A17F05F5}" dt="2025-01-18T13:02:40.248" v="22"/>
          <ac:picMkLst>
            <pc:docMk/>
            <pc:sldMk cId="3503370460" sldId="302"/>
            <ac:picMk id="4" creationId="{6F427294-0AE8-11A2-9557-5BC77A438B19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3:02:34.389" v="21"/>
        <pc:sldMkLst>
          <pc:docMk/>
          <pc:sldMk cId="2419792908" sldId="303"/>
        </pc:sldMkLst>
        <pc:spChg chg="del">
          <ac:chgData name="ahmad matar" userId="4c7aac9de00460d4" providerId="Windows Live" clId="Web-{227A9782-2A86-18FA-C3F9-8BB5A17F05F5}" dt="2025-01-18T13:02:34.389" v="21"/>
          <ac:spMkLst>
            <pc:docMk/>
            <pc:sldMk cId="2419792908" sldId="303"/>
            <ac:spMk id="2" creationId="{CA93987F-AFA8-C4A0-626E-E48E25A2B6DE}"/>
          </ac:spMkLst>
        </pc:spChg>
        <pc:spChg chg="del">
          <ac:chgData name="ahmad matar" userId="4c7aac9de00460d4" providerId="Windows Live" clId="Web-{227A9782-2A86-18FA-C3F9-8BB5A17F05F5}" dt="2025-01-18T13:02:30.701" v="20"/>
          <ac:spMkLst>
            <pc:docMk/>
            <pc:sldMk cId="2419792908" sldId="303"/>
            <ac:spMk id="3" creationId="{9E35CA52-FCB8-DDA6-5DD5-66BC59E74D1C}"/>
          </ac:spMkLst>
        </pc:spChg>
        <pc:spChg chg="add">
          <ac:chgData name="ahmad matar" userId="4c7aac9de00460d4" providerId="Windows Live" clId="Web-{227A9782-2A86-18FA-C3F9-8BB5A17F05F5}" dt="2025-01-18T13:02:34.389" v="21"/>
          <ac:spMkLst>
            <pc:docMk/>
            <pc:sldMk cId="2419792908" sldId="303"/>
            <ac:spMk id="9" creationId="{F3060C83-F051-4F0E-ABAD-AA0DFC48B218}"/>
          </ac:spMkLst>
        </pc:spChg>
        <pc:spChg chg="add">
          <ac:chgData name="ahmad matar" userId="4c7aac9de00460d4" providerId="Windows Live" clId="Web-{227A9782-2A86-18FA-C3F9-8BB5A17F05F5}" dt="2025-01-18T13:02:34.389" v="21"/>
          <ac:spMkLst>
            <pc:docMk/>
            <pc:sldMk cId="2419792908" sldId="303"/>
            <ac:spMk id="11" creationId="{83C98ABE-055B-441F-B07E-44F97F083C39}"/>
          </ac:spMkLst>
        </pc:spChg>
        <pc:spChg chg="add">
          <ac:chgData name="ahmad matar" userId="4c7aac9de00460d4" providerId="Windows Live" clId="Web-{227A9782-2A86-18FA-C3F9-8BB5A17F05F5}" dt="2025-01-18T13:02:34.389" v="21"/>
          <ac:spMkLst>
            <pc:docMk/>
            <pc:sldMk cId="2419792908" sldId="303"/>
            <ac:spMk id="13" creationId="{29FDB030-9B49-4CED-8CCD-4D99382388AC}"/>
          </ac:spMkLst>
        </pc:spChg>
        <pc:spChg chg="add">
          <ac:chgData name="ahmad matar" userId="4c7aac9de00460d4" providerId="Windows Live" clId="Web-{227A9782-2A86-18FA-C3F9-8BB5A17F05F5}" dt="2025-01-18T13:02:34.389" v="21"/>
          <ac:spMkLst>
            <pc:docMk/>
            <pc:sldMk cId="2419792908" sldId="303"/>
            <ac:spMk id="15" creationId="{3783CA14-24A1-485C-8B30-D6A5D87987AD}"/>
          </ac:spMkLst>
        </pc:spChg>
        <pc:spChg chg="add">
          <ac:chgData name="ahmad matar" userId="4c7aac9de00460d4" providerId="Windows Live" clId="Web-{227A9782-2A86-18FA-C3F9-8BB5A17F05F5}" dt="2025-01-18T13:02:34.389" v="21"/>
          <ac:spMkLst>
            <pc:docMk/>
            <pc:sldMk cId="2419792908" sldId="303"/>
            <ac:spMk id="17" creationId="{9A97C86A-04D6-40F7-AE84-31AB43E6A846}"/>
          </ac:spMkLst>
        </pc:spChg>
        <pc:spChg chg="add">
          <ac:chgData name="ahmad matar" userId="4c7aac9de00460d4" providerId="Windows Live" clId="Web-{227A9782-2A86-18FA-C3F9-8BB5A17F05F5}" dt="2025-01-18T13:02:34.389" v="21"/>
          <ac:spMkLst>
            <pc:docMk/>
            <pc:sldMk cId="2419792908" sldId="303"/>
            <ac:spMk id="19" creationId="{FF9F2414-84E8-453E-B1F3-389FDE8192D9}"/>
          </ac:spMkLst>
        </pc:spChg>
        <pc:spChg chg="add">
          <ac:chgData name="ahmad matar" userId="4c7aac9de00460d4" providerId="Windows Live" clId="Web-{227A9782-2A86-18FA-C3F9-8BB5A17F05F5}" dt="2025-01-18T13:02:34.389" v="21"/>
          <ac:spMkLst>
            <pc:docMk/>
            <pc:sldMk cId="2419792908" sldId="303"/>
            <ac:spMk id="21" creationId="{3ECA69A1-7536-43AC-85EF-C7106179F5ED}"/>
          </ac:spMkLst>
        </pc:spChg>
        <pc:picChg chg="add mod ord">
          <ac:chgData name="ahmad matar" userId="4c7aac9de00460d4" providerId="Windows Live" clId="Web-{227A9782-2A86-18FA-C3F9-8BB5A17F05F5}" dt="2025-01-18T13:02:34.389" v="21"/>
          <ac:picMkLst>
            <pc:docMk/>
            <pc:sldMk cId="2419792908" sldId="303"/>
            <ac:picMk id="4" creationId="{8AA028D7-8FF3-89EB-0F66-013CFF3F76BC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3:03:49.594" v="37"/>
        <pc:sldMkLst>
          <pc:docMk/>
          <pc:sldMk cId="3479497014" sldId="304"/>
        </pc:sldMkLst>
        <pc:spChg chg="mod">
          <ac:chgData name="ahmad matar" userId="4c7aac9de00460d4" providerId="Windows Live" clId="Web-{227A9782-2A86-18FA-C3F9-8BB5A17F05F5}" dt="2025-01-18T13:03:49.594" v="37"/>
          <ac:spMkLst>
            <pc:docMk/>
            <pc:sldMk cId="3479497014" sldId="304"/>
            <ac:spMk id="2" creationId="{54127263-91FD-AA7C-EE18-B2B8C718103A}"/>
          </ac:spMkLst>
        </pc:spChg>
        <pc:spChg chg="del">
          <ac:chgData name="ahmad matar" userId="4c7aac9de00460d4" providerId="Windows Live" clId="Web-{227A9782-2A86-18FA-C3F9-8BB5A17F05F5}" dt="2025-01-18T13:03:46.610" v="36"/>
          <ac:spMkLst>
            <pc:docMk/>
            <pc:sldMk cId="3479497014" sldId="304"/>
            <ac:spMk id="3" creationId="{94B0E278-5244-FC50-6BBB-D37AAEB48F5A}"/>
          </ac:spMkLst>
        </pc:spChg>
        <pc:spChg chg="add">
          <ac:chgData name="ahmad matar" userId="4c7aac9de00460d4" providerId="Windows Live" clId="Web-{227A9782-2A86-18FA-C3F9-8BB5A17F05F5}" dt="2025-01-18T13:03:49.594" v="37"/>
          <ac:spMkLst>
            <pc:docMk/>
            <pc:sldMk cId="3479497014" sldId="304"/>
            <ac:spMk id="9" creationId="{D4771268-CB57-404A-9271-370EB28F6090}"/>
          </ac:spMkLst>
        </pc:spChg>
        <pc:picChg chg="add mod ord">
          <ac:chgData name="ahmad matar" userId="4c7aac9de00460d4" providerId="Windows Live" clId="Web-{227A9782-2A86-18FA-C3F9-8BB5A17F05F5}" dt="2025-01-18T13:03:49.594" v="37"/>
          <ac:picMkLst>
            <pc:docMk/>
            <pc:sldMk cId="3479497014" sldId="304"/>
            <ac:picMk id="4" creationId="{2F26B106-6D3A-B6B7-A110-DCFE3B7DFE52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3:04:57.768" v="40"/>
        <pc:sldMkLst>
          <pc:docMk/>
          <pc:sldMk cId="1247852383" sldId="305"/>
        </pc:sldMkLst>
        <pc:spChg chg="del">
          <ac:chgData name="ahmad matar" userId="4c7aac9de00460d4" providerId="Windows Live" clId="Web-{227A9782-2A86-18FA-C3F9-8BB5A17F05F5}" dt="2025-01-18T13:04:57.768" v="40"/>
          <ac:spMkLst>
            <pc:docMk/>
            <pc:sldMk cId="1247852383" sldId="305"/>
            <ac:spMk id="2" creationId="{353F8C7E-EC84-458C-9D3F-9C6E93CEA2E2}"/>
          </ac:spMkLst>
        </pc:spChg>
        <pc:spChg chg="del">
          <ac:chgData name="ahmad matar" userId="4c7aac9de00460d4" providerId="Windows Live" clId="Web-{227A9782-2A86-18FA-C3F9-8BB5A17F05F5}" dt="2025-01-18T13:04:53.971" v="39"/>
          <ac:spMkLst>
            <pc:docMk/>
            <pc:sldMk cId="1247852383" sldId="305"/>
            <ac:spMk id="3" creationId="{A5295AAA-E0A8-5EE6-6066-2C47CCADD0B7}"/>
          </ac:spMkLst>
        </pc:spChg>
        <pc:spChg chg="add">
          <ac:chgData name="ahmad matar" userId="4c7aac9de00460d4" providerId="Windows Live" clId="Web-{227A9782-2A86-18FA-C3F9-8BB5A17F05F5}" dt="2025-01-18T13:04:57.768" v="40"/>
          <ac:spMkLst>
            <pc:docMk/>
            <pc:sldMk cId="1247852383" sldId="305"/>
            <ac:spMk id="9" creationId="{F3060C83-F051-4F0E-ABAD-AA0DFC48B218}"/>
          </ac:spMkLst>
        </pc:spChg>
        <pc:spChg chg="add">
          <ac:chgData name="ahmad matar" userId="4c7aac9de00460d4" providerId="Windows Live" clId="Web-{227A9782-2A86-18FA-C3F9-8BB5A17F05F5}" dt="2025-01-18T13:04:57.768" v="40"/>
          <ac:spMkLst>
            <pc:docMk/>
            <pc:sldMk cId="1247852383" sldId="305"/>
            <ac:spMk id="11" creationId="{83C98ABE-055B-441F-B07E-44F97F083C39}"/>
          </ac:spMkLst>
        </pc:spChg>
        <pc:spChg chg="add">
          <ac:chgData name="ahmad matar" userId="4c7aac9de00460d4" providerId="Windows Live" clId="Web-{227A9782-2A86-18FA-C3F9-8BB5A17F05F5}" dt="2025-01-18T13:04:57.768" v="40"/>
          <ac:spMkLst>
            <pc:docMk/>
            <pc:sldMk cId="1247852383" sldId="305"/>
            <ac:spMk id="13" creationId="{29FDB030-9B49-4CED-8CCD-4D99382388AC}"/>
          </ac:spMkLst>
        </pc:spChg>
        <pc:spChg chg="add">
          <ac:chgData name="ahmad matar" userId="4c7aac9de00460d4" providerId="Windows Live" clId="Web-{227A9782-2A86-18FA-C3F9-8BB5A17F05F5}" dt="2025-01-18T13:04:57.768" v="40"/>
          <ac:spMkLst>
            <pc:docMk/>
            <pc:sldMk cId="1247852383" sldId="305"/>
            <ac:spMk id="15" creationId="{3783CA14-24A1-485C-8B30-D6A5D87987AD}"/>
          </ac:spMkLst>
        </pc:spChg>
        <pc:spChg chg="add">
          <ac:chgData name="ahmad matar" userId="4c7aac9de00460d4" providerId="Windows Live" clId="Web-{227A9782-2A86-18FA-C3F9-8BB5A17F05F5}" dt="2025-01-18T13:04:57.768" v="40"/>
          <ac:spMkLst>
            <pc:docMk/>
            <pc:sldMk cId="1247852383" sldId="305"/>
            <ac:spMk id="17" creationId="{9A97C86A-04D6-40F7-AE84-31AB43E6A846}"/>
          </ac:spMkLst>
        </pc:spChg>
        <pc:spChg chg="add">
          <ac:chgData name="ahmad matar" userId="4c7aac9de00460d4" providerId="Windows Live" clId="Web-{227A9782-2A86-18FA-C3F9-8BB5A17F05F5}" dt="2025-01-18T13:04:57.768" v="40"/>
          <ac:spMkLst>
            <pc:docMk/>
            <pc:sldMk cId="1247852383" sldId="305"/>
            <ac:spMk id="19" creationId="{FF9F2414-84E8-453E-B1F3-389FDE8192D9}"/>
          </ac:spMkLst>
        </pc:spChg>
        <pc:spChg chg="add">
          <ac:chgData name="ahmad matar" userId="4c7aac9de00460d4" providerId="Windows Live" clId="Web-{227A9782-2A86-18FA-C3F9-8BB5A17F05F5}" dt="2025-01-18T13:04:57.768" v="40"/>
          <ac:spMkLst>
            <pc:docMk/>
            <pc:sldMk cId="1247852383" sldId="305"/>
            <ac:spMk id="21" creationId="{3ECA69A1-7536-43AC-85EF-C7106179F5ED}"/>
          </ac:spMkLst>
        </pc:spChg>
        <pc:picChg chg="add mod ord">
          <ac:chgData name="ahmad matar" userId="4c7aac9de00460d4" providerId="Windows Live" clId="Web-{227A9782-2A86-18FA-C3F9-8BB5A17F05F5}" dt="2025-01-18T13:04:57.768" v="40"/>
          <ac:picMkLst>
            <pc:docMk/>
            <pc:sldMk cId="1247852383" sldId="305"/>
            <ac:picMk id="4" creationId="{09A0CE18-725C-A88B-9C53-0C176B9CB53B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3:16:26.606" v="79" actId="14100"/>
        <pc:sldMkLst>
          <pc:docMk/>
          <pc:sldMk cId="1591533115" sldId="306"/>
        </pc:sldMkLst>
        <pc:spChg chg="mod">
          <ac:chgData name="ahmad matar" userId="4c7aac9de00460d4" providerId="Windows Live" clId="Web-{227A9782-2A86-18FA-C3F9-8BB5A17F05F5}" dt="2025-01-18T13:16:16.058" v="75"/>
          <ac:spMkLst>
            <pc:docMk/>
            <pc:sldMk cId="1591533115" sldId="306"/>
            <ac:spMk id="2" creationId="{2D1FEA66-A770-5B35-A1A3-FB119057CF76}"/>
          </ac:spMkLst>
        </pc:spChg>
        <pc:spChg chg="del">
          <ac:chgData name="ahmad matar" userId="4c7aac9de00460d4" providerId="Windows Live" clId="Web-{227A9782-2A86-18FA-C3F9-8BB5A17F05F5}" dt="2025-01-18T13:15:34.932" v="42"/>
          <ac:spMkLst>
            <pc:docMk/>
            <pc:sldMk cId="1591533115" sldId="306"/>
            <ac:spMk id="3" creationId="{274BE06D-5019-A1F9-54F4-01D63CE07C37}"/>
          </ac:spMkLst>
        </pc:spChg>
        <pc:spChg chg="add del">
          <ac:chgData name="ahmad matar" userId="4c7aac9de00460d4" providerId="Windows Live" clId="Web-{227A9782-2A86-18FA-C3F9-8BB5A17F05F5}" dt="2025-01-18T13:16:16.058" v="75"/>
          <ac:spMkLst>
            <pc:docMk/>
            <pc:sldMk cId="1591533115" sldId="306"/>
            <ac:spMk id="9" creationId="{6753252F-4873-4F63-801D-CC719279A7D5}"/>
          </ac:spMkLst>
        </pc:spChg>
        <pc:spChg chg="add del">
          <ac:chgData name="ahmad matar" userId="4c7aac9de00460d4" providerId="Windows Live" clId="Web-{227A9782-2A86-18FA-C3F9-8BB5A17F05F5}" dt="2025-01-18T13:16:16.058" v="75"/>
          <ac:spMkLst>
            <pc:docMk/>
            <pc:sldMk cId="1591533115" sldId="306"/>
            <ac:spMk id="11" creationId="{047C8CCB-F95D-4249-92DD-651249D3535A}"/>
          </ac:spMkLst>
        </pc:spChg>
        <pc:spChg chg="add">
          <ac:chgData name="ahmad matar" userId="4c7aac9de00460d4" providerId="Windows Live" clId="Web-{227A9782-2A86-18FA-C3F9-8BB5A17F05F5}" dt="2025-01-18T13:16:16.058" v="75"/>
          <ac:spMkLst>
            <pc:docMk/>
            <pc:sldMk cId="1591533115" sldId="306"/>
            <ac:spMk id="16" creationId="{A4AC5506-6312-4701-8D3C-40187889A947}"/>
          </ac:spMkLst>
        </pc:spChg>
        <pc:picChg chg="add mod ord">
          <ac:chgData name="ahmad matar" userId="4c7aac9de00460d4" providerId="Windows Live" clId="Web-{227A9782-2A86-18FA-C3F9-8BB5A17F05F5}" dt="2025-01-18T13:16:26.606" v="79" actId="14100"/>
          <ac:picMkLst>
            <pc:docMk/>
            <pc:sldMk cId="1591533115" sldId="306"/>
            <ac:picMk id="4" creationId="{235A81D4-D7CF-12CD-11AA-5521F8F58A75}"/>
          </ac:picMkLst>
        </pc:picChg>
      </pc:sldChg>
      <pc:sldChg chg="new del">
        <pc:chgData name="ahmad matar" userId="4c7aac9de00460d4" providerId="Windows Live" clId="Web-{227A9782-2A86-18FA-C3F9-8BB5A17F05F5}" dt="2025-01-18T13:28:51.068" v="102"/>
        <pc:sldMkLst>
          <pc:docMk/>
          <pc:sldMk cId="1539993765" sldId="307"/>
        </pc:sldMkLst>
      </pc:sldChg>
      <pc:sldChg chg="addSp delSp modSp new mod setBg setClrOvrMap">
        <pc:chgData name="ahmad matar" userId="4c7aac9de00460d4" providerId="Windows Live" clId="Web-{227A9782-2A86-18FA-C3F9-8BB5A17F05F5}" dt="2025-01-18T13:25:29.608" v="101"/>
        <pc:sldMkLst>
          <pc:docMk/>
          <pc:sldMk cId="1917624723" sldId="308"/>
        </pc:sldMkLst>
        <pc:spChg chg="mod ord">
          <ac:chgData name="ahmad matar" userId="4c7aac9de00460d4" providerId="Windows Live" clId="Web-{227A9782-2A86-18FA-C3F9-8BB5A17F05F5}" dt="2025-01-18T13:25:29.608" v="101"/>
          <ac:spMkLst>
            <pc:docMk/>
            <pc:sldMk cId="1917624723" sldId="308"/>
            <ac:spMk id="2" creationId="{B34ABD60-B8EA-D2EF-0E6A-3DA7228F1A43}"/>
          </ac:spMkLst>
        </pc:spChg>
        <pc:spChg chg="del">
          <ac:chgData name="ahmad matar" userId="4c7aac9de00460d4" providerId="Windows Live" clId="Web-{227A9782-2A86-18FA-C3F9-8BB5A17F05F5}" dt="2025-01-18T13:25:02.560" v="82"/>
          <ac:spMkLst>
            <pc:docMk/>
            <pc:sldMk cId="1917624723" sldId="308"/>
            <ac:spMk id="3" creationId="{7962B1DC-B7E1-EA7D-893C-432D02A17CE4}"/>
          </ac:spMkLst>
        </pc:spChg>
        <pc:spChg chg="add del">
          <ac:chgData name="ahmad matar" userId="4c7aac9de00460d4" providerId="Windows Live" clId="Web-{227A9782-2A86-18FA-C3F9-8BB5A17F05F5}" dt="2025-01-18T13:25:29.592" v="100"/>
          <ac:spMkLst>
            <pc:docMk/>
            <pc:sldMk cId="1917624723" sldId="308"/>
            <ac:spMk id="8" creationId="{526EBC9F-F03B-3435-5E29-651C45998F3A}"/>
          </ac:spMkLst>
        </pc:spChg>
        <pc:spChg chg="add">
          <ac:chgData name="ahmad matar" userId="4c7aac9de00460d4" providerId="Windows Live" clId="Web-{227A9782-2A86-18FA-C3F9-8BB5A17F05F5}" dt="2025-01-18T13:25:29.608" v="101"/>
          <ac:spMkLst>
            <pc:docMk/>
            <pc:sldMk cId="1917624723" sldId="308"/>
            <ac:spMk id="9" creationId="{37C89E4B-3C9F-44B9-8B86-D9E3D112D8EC}"/>
          </ac:spMkLst>
        </pc:spChg>
        <pc:spChg chg="add del">
          <ac:chgData name="ahmad matar" userId="4c7aac9de00460d4" providerId="Windows Live" clId="Web-{227A9782-2A86-18FA-C3F9-8BB5A17F05F5}" dt="2025-01-18T13:25:29.592" v="100"/>
          <ac:spMkLst>
            <pc:docMk/>
            <pc:sldMk cId="1917624723" sldId="308"/>
            <ac:spMk id="11" creationId="{A8908DB7-C3A6-4FCB-9820-CEE02B398C4A}"/>
          </ac:spMkLst>
        </pc:spChg>
        <pc:spChg chg="add del">
          <ac:chgData name="ahmad matar" userId="4c7aac9de00460d4" providerId="Windows Live" clId="Web-{227A9782-2A86-18FA-C3F9-8BB5A17F05F5}" dt="2025-01-18T13:25:29.592" v="100"/>
          <ac:spMkLst>
            <pc:docMk/>
            <pc:sldMk cId="1917624723" sldId="308"/>
            <ac:spMk id="13" creationId="{535742DD-1B16-4E9D-B715-0D74B4574A68}"/>
          </ac:spMkLst>
        </pc:spChg>
        <pc:picChg chg="add mod ord">
          <ac:chgData name="ahmad matar" userId="4c7aac9de00460d4" providerId="Windows Live" clId="Web-{227A9782-2A86-18FA-C3F9-8BB5A17F05F5}" dt="2025-01-18T13:25:29.608" v="101"/>
          <ac:picMkLst>
            <pc:docMk/>
            <pc:sldMk cId="1917624723" sldId="308"/>
            <ac:picMk id="4" creationId="{9BBF4577-1FCA-B1BB-F1BF-C7EDE99399C4}"/>
          </ac:picMkLst>
        </pc:picChg>
        <pc:cxnChg chg="add">
          <ac:chgData name="ahmad matar" userId="4c7aac9de00460d4" providerId="Windows Live" clId="Web-{227A9782-2A86-18FA-C3F9-8BB5A17F05F5}" dt="2025-01-18T13:25:29.608" v="101"/>
          <ac:cxnSpMkLst>
            <pc:docMk/>
            <pc:sldMk cId="1917624723" sldId="308"/>
            <ac:cxnSpMk id="15" creationId="{AA2EAA10-076F-46BD-8F0F-B9A2FB77A85C}"/>
          </ac:cxnSpMkLst>
        </pc:cxnChg>
        <pc:cxnChg chg="add">
          <ac:chgData name="ahmad matar" userId="4c7aac9de00460d4" providerId="Windows Live" clId="Web-{227A9782-2A86-18FA-C3F9-8BB5A17F05F5}" dt="2025-01-18T13:25:29.608" v="101"/>
          <ac:cxnSpMkLst>
            <pc:docMk/>
            <pc:sldMk cId="1917624723" sldId="308"/>
            <ac:cxnSpMk id="16" creationId="{D891E407-403B-4764-86C9-33A56D3BCAA3}"/>
          </ac:cxnSpMkLst>
        </pc:cxnChg>
      </pc:sldChg>
      <pc:sldChg chg="modSp new del">
        <pc:chgData name="ahmad matar" userId="4c7aac9de00460d4" providerId="Windows Live" clId="Web-{227A9782-2A86-18FA-C3F9-8BB5A17F05F5}" dt="2025-01-18T13:30:02.383" v="112"/>
        <pc:sldMkLst>
          <pc:docMk/>
          <pc:sldMk cId="2837868891" sldId="309"/>
        </pc:sldMkLst>
        <pc:spChg chg="mod">
          <ac:chgData name="ahmad matar" userId="4c7aac9de00460d4" providerId="Windows Live" clId="Web-{227A9782-2A86-18FA-C3F9-8BB5A17F05F5}" dt="2025-01-18T13:29:51.898" v="111" actId="20577"/>
          <ac:spMkLst>
            <pc:docMk/>
            <pc:sldMk cId="2837868891" sldId="309"/>
            <ac:spMk id="2" creationId="{80B8913C-E747-54CC-6D14-8012D8550D4A}"/>
          </ac:spMkLst>
        </pc:spChg>
      </pc:sldChg>
      <pc:sldChg chg="modSp add replId">
        <pc:chgData name="ahmad matar" userId="4c7aac9de00460d4" providerId="Windows Live" clId="Web-{227A9782-2A86-18FA-C3F9-8BB5A17F05F5}" dt="2025-01-18T13:30:24.399" v="125" actId="20577"/>
        <pc:sldMkLst>
          <pc:docMk/>
          <pc:sldMk cId="3454248317" sldId="309"/>
        </pc:sldMkLst>
        <pc:spChg chg="mod">
          <ac:chgData name="ahmad matar" userId="4c7aac9de00460d4" providerId="Windows Live" clId="Web-{227A9782-2A86-18FA-C3F9-8BB5A17F05F5}" dt="2025-01-18T13:30:24.399" v="125" actId="20577"/>
          <ac:spMkLst>
            <pc:docMk/>
            <pc:sldMk cId="3454248317" sldId="309"/>
            <ac:spMk id="2" creationId="{48394766-77F5-75DC-BBDE-BA80DD697673}"/>
          </ac:spMkLst>
        </pc:spChg>
      </pc:sldChg>
      <pc:sldChg chg="addSp delSp modSp new mod setBg">
        <pc:chgData name="ahmad matar" userId="4c7aac9de00460d4" providerId="Windows Live" clId="Web-{227A9782-2A86-18FA-C3F9-8BB5A17F05F5}" dt="2025-01-18T13:34:52.595" v="148"/>
        <pc:sldMkLst>
          <pc:docMk/>
          <pc:sldMk cId="3465218794" sldId="310"/>
        </pc:sldMkLst>
        <pc:spChg chg="mod">
          <ac:chgData name="ahmad matar" userId="4c7aac9de00460d4" providerId="Windows Live" clId="Web-{227A9782-2A86-18FA-C3F9-8BB5A17F05F5}" dt="2025-01-18T13:34:52.595" v="148"/>
          <ac:spMkLst>
            <pc:docMk/>
            <pc:sldMk cId="3465218794" sldId="310"/>
            <ac:spMk id="2" creationId="{E07C1E54-D0F6-5B86-2DE7-E6EBCB1D7526}"/>
          </ac:spMkLst>
        </pc:spChg>
        <pc:spChg chg="del">
          <ac:chgData name="ahmad matar" userId="4c7aac9de00460d4" providerId="Windows Live" clId="Web-{227A9782-2A86-18FA-C3F9-8BB5A17F05F5}" dt="2025-01-18T13:34:15.703" v="127"/>
          <ac:spMkLst>
            <pc:docMk/>
            <pc:sldMk cId="3465218794" sldId="310"/>
            <ac:spMk id="3" creationId="{AEBA07D6-0781-D845-6A31-46DDB2E42AF8}"/>
          </ac:spMkLst>
        </pc:spChg>
        <pc:spChg chg="add">
          <ac:chgData name="ahmad matar" userId="4c7aac9de00460d4" providerId="Windows Live" clId="Web-{227A9782-2A86-18FA-C3F9-8BB5A17F05F5}" dt="2025-01-18T13:34:52.595" v="148"/>
          <ac:spMkLst>
            <pc:docMk/>
            <pc:sldMk cId="3465218794" sldId="310"/>
            <ac:spMk id="9" creationId="{A4AC5506-6312-4701-8D3C-40187889A947}"/>
          </ac:spMkLst>
        </pc:spChg>
        <pc:picChg chg="add mod ord">
          <ac:chgData name="ahmad matar" userId="4c7aac9de00460d4" providerId="Windows Live" clId="Web-{227A9782-2A86-18FA-C3F9-8BB5A17F05F5}" dt="2025-01-18T13:34:52.595" v="148"/>
          <ac:picMkLst>
            <pc:docMk/>
            <pc:sldMk cId="3465218794" sldId="310"/>
            <ac:picMk id="4" creationId="{B0EA7627-3B6C-51C7-F504-4F723BC31EB8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3:41:33.562" v="193"/>
        <pc:sldMkLst>
          <pc:docMk/>
          <pc:sldMk cId="2287681227" sldId="311"/>
        </pc:sldMkLst>
        <pc:spChg chg="mod">
          <ac:chgData name="ahmad matar" userId="4c7aac9de00460d4" providerId="Windows Live" clId="Web-{227A9782-2A86-18FA-C3F9-8BB5A17F05F5}" dt="2025-01-18T13:41:33.562" v="193"/>
          <ac:spMkLst>
            <pc:docMk/>
            <pc:sldMk cId="2287681227" sldId="311"/>
            <ac:spMk id="2" creationId="{30626F17-F74B-2B3F-1936-A18F9F725A9F}"/>
          </ac:spMkLst>
        </pc:spChg>
        <pc:spChg chg="del">
          <ac:chgData name="ahmad matar" userId="4c7aac9de00460d4" providerId="Windows Live" clId="Web-{227A9782-2A86-18FA-C3F9-8BB5A17F05F5}" dt="2025-01-18T13:37:20.819" v="157"/>
          <ac:spMkLst>
            <pc:docMk/>
            <pc:sldMk cId="2287681227" sldId="311"/>
            <ac:spMk id="3" creationId="{2AF9E304-66C0-C8CE-F175-F4BF36E0B5CD}"/>
          </ac:spMkLst>
        </pc:spChg>
        <pc:spChg chg="add del">
          <ac:chgData name="ahmad matar" userId="4c7aac9de00460d4" providerId="Windows Live" clId="Web-{227A9782-2A86-18FA-C3F9-8BB5A17F05F5}" dt="2025-01-18T13:41:33.562" v="193"/>
          <ac:spMkLst>
            <pc:docMk/>
            <pc:sldMk cId="2287681227" sldId="311"/>
            <ac:spMk id="10" creationId="{A4AC5506-6312-4701-8D3C-40187889A947}"/>
          </ac:spMkLst>
        </pc:spChg>
        <pc:spChg chg="add">
          <ac:chgData name="ahmad matar" userId="4c7aac9de00460d4" providerId="Windows Live" clId="Web-{227A9782-2A86-18FA-C3F9-8BB5A17F05F5}" dt="2025-01-18T13:41:33.562" v="193"/>
          <ac:spMkLst>
            <pc:docMk/>
            <pc:sldMk cId="2287681227" sldId="311"/>
            <ac:spMk id="15" creationId="{A4AC5506-6312-4701-8D3C-40187889A947}"/>
          </ac:spMkLst>
        </pc:spChg>
        <pc:picChg chg="add mod">
          <ac:chgData name="ahmad matar" userId="4c7aac9de00460d4" providerId="Windows Live" clId="Web-{227A9782-2A86-18FA-C3F9-8BB5A17F05F5}" dt="2025-01-18T13:41:33.562" v="193"/>
          <ac:picMkLst>
            <pc:docMk/>
            <pc:sldMk cId="2287681227" sldId="311"/>
            <ac:picMk id="4" creationId="{63437177-4B88-3D80-E317-E94BAE40816C}"/>
          </ac:picMkLst>
        </pc:picChg>
        <pc:picChg chg="add del">
          <ac:chgData name="ahmad matar" userId="4c7aac9de00460d4" providerId="Windows Live" clId="Web-{227A9782-2A86-18FA-C3F9-8BB5A17F05F5}" dt="2025-01-18T13:37:21.975" v="158"/>
          <ac:picMkLst>
            <pc:docMk/>
            <pc:sldMk cId="2287681227" sldId="311"/>
            <ac:picMk id="7" creationId="{E2730735-5CBA-EA9A-E5D4-C2166019110F}"/>
          </ac:picMkLst>
        </pc:picChg>
      </pc:sldChg>
      <pc:sldChg chg="new del">
        <pc:chgData name="ahmad matar" userId="4c7aac9de00460d4" providerId="Windows Live" clId="Web-{227A9782-2A86-18FA-C3F9-8BB5A17F05F5}" dt="2025-01-18T13:36:20.895" v="150"/>
        <pc:sldMkLst>
          <pc:docMk/>
          <pc:sldMk cId="2492599422" sldId="311"/>
        </pc:sldMkLst>
      </pc:sldChg>
      <pc:sldChg chg="addSp delSp modSp new mod setBg">
        <pc:chgData name="ahmad matar" userId="4c7aac9de00460d4" providerId="Windows Live" clId="Web-{227A9782-2A86-18FA-C3F9-8BB5A17F05F5}" dt="2025-01-18T13:47:41.324" v="201" actId="14100"/>
        <pc:sldMkLst>
          <pc:docMk/>
          <pc:sldMk cId="196032784" sldId="312"/>
        </pc:sldMkLst>
        <pc:spChg chg="mod">
          <ac:chgData name="ahmad matar" userId="4c7aac9de00460d4" providerId="Windows Live" clId="Web-{227A9782-2A86-18FA-C3F9-8BB5A17F05F5}" dt="2025-01-18T13:47:33.324" v="199" actId="20577"/>
          <ac:spMkLst>
            <pc:docMk/>
            <pc:sldMk cId="196032784" sldId="312"/>
            <ac:spMk id="2" creationId="{CF879735-9DE7-2AFD-A3C7-EF64FD27A702}"/>
          </ac:spMkLst>
        </pc:spChg>
        <pc:spChg chg="del">
          <ac:chgData name="ahmad matar" userId="4c7aac9de00460d4" providerId="Windows Live" clId="Web-{227A9782-2A86-18FA-C3F9-8BB5A17F05F5}" dt="2025-01-18T13:47:16.089" v="195"/>
          <ac:spMkLst>
            <pc:docMk/>
            <pc:sldMk cId="196032784" sldId="312"/>
            <ac:spMk id="3" creationId="{00D2E766-55FD-E19B-9272-34CF5F2AB400}"/>
          </ac:spMkLst>
        </pc:spChg>
        <pc:spChg chg="add">
          <ac:chgData name="ahmad matar" userId="4c7aac9de00460d4" providerId="Windows Live" clId="Web-{227A9782-2A86-18FA-C3F9-8BB5A17F05F5}" dt="2025-01-18T13:47:19.729" v="196"/>
          <ac:spMkLst>
            <pc:docMk/>
            <pc:sldMk cId="196032784" sldId="312"/>
            <ac:spMk id="9" creationId="{A4AC5506-6312-4701-8D3C-40187889A947}"/>
          </ac:spMkLst>
        </pc:spChg>
        <pc:picChg chg="add mod ord">
          <ac:chgData name="ahmad matar" userId="4c7aac9de00460d4" providerId="Windows Live" clId="Web-{227A9782-2A86-18FA-C3F9-8BB5A17F05F5}" dt="2025-01-18T13:47:41.324" v="201" actId="14100"/>
          <ac:picMkLst>
            <pc:docMk/>
            <pc:sldMk cId="196032784" sldId="312"/>
            <ac:picMk id="4" creationId="{46BADCF1-ADD3-1DE4-A4E2-3EB36457BE18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3:57:58.111" v="210" actId="14100"/>
        <pc:sldMkLst>
          <pc:docMk/>
          <pc:sldMk cId="4140425195" sldId="313"/>
        </pc:sldMkLst>
        <pc:spChg chg="del">
          <ac:chgData name="ahmad matar" userId="4c7aac9de00460d4" providerId="Windows Live" clId="Web-{227A9782-2A86-18FA-C3F9-8BB5A17F05F5}" dt="2025-01-18T13:56:35.717" v="207"/>
          <ac:spMkLst>
            <pc:docMk/>
            <pc:sldMk cId="4140425195" sldId="313"/>
            <ac:spMk id="2" creationId="{AC115E63-39ED-EA32-2119-5782BAA26FC0}"/>
          </ac:spMkLst>
        </pc:spChg>
        <pc:spChg chg="del">
          <ac:chgData name="ahmad matar" userId="4c7aac9de00460d4" providerId="Windows Live" clId="Web-{227A9782-2A86-18FA-C3F9-8BB5A17F05F5}" dt="2025-01-18T13:56:32.826" v="206"/>
          <ac:spMkLst>
            <pc:docMk/>
            <pc:sldMk cId="4140425195" sldId="313"/>
            <ac:spMk id="3" creationId="{D0E89C2E-8CFF-E00D-0ED1-A67393B9D76F}"/>
          </ac:spMkLst>
        </pc:spChg>
        <pc:picChg chg="add mod ord">
          <ac:chgData name="ahmad matar" userId="4c7aac9de00460d4" providerId="Windows Live" clId="Web-{227A9782-2A86-18FA-C3F9-8BB5A17F05F5}" dt="2025-01-18T13:57:58.111" v="210" actId="14100"/>
          <ac:picMkLst>
            <pc:docMk/>
            <pc:sldMk cId="4140425195" sldId="313"/>
            <ac:picMk id="4" creationId="{F9341E4B-CA4B-CCE4-6966-79D57B12D023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4:07:11.754" v="229" actId="1076"/>
        <pc:sldMkLst>
          <pc:docMk/>
          <pc:sldMk cId="17965314" sldId="314"/>
        </pc:sldMkLst>
        <pc:spChg chg="mod">
          <ac:chgData name="ahmad matar" userId="4c7aac9de00460d4" providerId="Windows Live" clId="Web-{227A9782-2A86-18FA-C3F9-8BB5A17F05F5}" dt="2025-01-18T14:06:59.597" v="225"/>
          <ac:spMkLst>
            <pc:docMk/>
            <pc:sldMk cId="17965314" sldId="314"/>
            <ac:spMk id="2" creationId="{85ECAC28-E071-EF7B-629E-B55CF249EAD7}"/>
          </ac:spMkLst>
        </pc:spChg>
        <pc:spChg chg="del">
          <ac:chgData name="ahmad matar" userId="4c7aac9de00460d4" providerId="Windows Live" clId="Web-{227A9782-2A86-18FA-C3F9-8BB5A17F05F5}" dt="2025-01-18T14:06:40.175" v="216"/>
          <ac:spMkLst>
            <pc:docMk/>
            <pc:sldMk cId="17965314" sldId="314"/>
            <ac:spMk id="3" creationId="{2D86A0F6-2429-A988-0952-F6D994F6368E}"/>
          </ac:spMkLst>
        </pc:spChg>
        <pc:spChg chg="add">
          <ac:chgData name="ahmad matar" userId="4c7aac9de00460d4" providerId="Windows Live" clId="Web-{227A9782-2A86-18FA-C3F9-8BB5A17F05F5}" dt="2025-01-18T14:06:59.597" v="225"/>
          <ac:spMkLst>
            <pc:docMk/>
            <pc:sldMk cId="17965314" sldId="314"/>
            <ac:spMk id="9" creationId="{A4AC5506-6312-4701-8D3C-40187889A947}"/>
          </ac:spMkLst>
        </pc:spChg>
        <pc:picChg chg="add mod ord">
          <ac:chgData name="ahmad matar" userId="4c7aac9de00460d4" providerId="Windows Live" clId="Web-{227A9782-2A86-18FA-C3F9-8BB5A17F05F5}" dt="2025-01-18T14:07:11.754" v="229" actId="1076"/>
          <ac:picMkLst>
            <pc:docMk/>
            <pc:sldMk cId="17965314" sldId="314"/>
            <ac:picMk id="4" creationId="{D7C006D7-A8B1-4542-E5FF-928A1676D978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4:08:20.897" v="248"/>
        <pc:sldMkLst>
          <pc:docMk/>
          <pc:sldMk cId="3129811622" sldId="315"/>
        </pc:sldMkLst>
        <pc:spChg chg="mod ord">
          <ac:chgData name="ahmad matar" userId="4c7aac9de00460d4" providerId="Windows Live" clId="Web-{227A9782-2A86-18FA-C3F9-8BB5A17F05F5}" dt="2025-01-18T14:08:20.897" v="248"/>
          <ac:spMkLst>
            <pc:docMk/>
            <pc:sldMk cId="3129811622" sldId="315"/>
            <ac:spMk id="2" creationId="{26C510F1-477D-3E62-5BD6-A7A423C436E0}"/>
          </ac:spMkLst>
        </pc:spChg>
        <pc:spChg chg="del mod">
          <ac:chgData name="ahmad matar" userId="4c7aac9de00460d4" providerId="Windows Live" clId="Web-{227A9782-2A86-18FA-C3F9-8BB5A17F05F5}" dt="2025-01-18T14:08:05.240" v="243"/>
          <ac:spMkLst>
            <pc:docMk/>
            <pc:sldMk cId="3129811622" sldId="315"/>
            <ac:spMk id="3" creationId="{58F70FAB-510F-B6AF-2B1B-429C448178A1}"/>
          </ac:spMkLst>
        </pc:spChg>
        <pc:spChg chg="add del">
          <ac:chgData name="ahmad matar" userId="4c7aac9de00460d4" providerId="Windows Live" clId="Web-{227A9782-2A86-18FA-C3F9-8BB5A17F05F5}" dt="2025-01-18T14:08:05.240" v="243"/>
          <ac:spMkLst>
            <pc:docMk/>
            <pc:sldMk cId="3129811622" sldId="315"/>
            <ac:spMk id="10" creationId="{96CF2A2B-0745-440C-9224-C5C6A0A4286F}"/>
          </ac:spMkLst>
        </pc:spChg>
        <pc:spChg chg="add del">
          <ac:chgData name="ahmad matar" userId="4c7aac9de00460d4" providerId="Windows Live" clId="Web-{227A9782-2A86-18FA-C3F9-8BB5A17F05F5}" dt="2025-01-18T14:08:05.240" v="243"/>
          <ac:spMkLst>
            <pc:docMk/>
            <pc:sldMk cId="3129811622" sldId="315"/>
            <ac:spMk id="12" creationId="{75BE6D6B-84C9-4D2B-97EB-773B7369EF82}"/>
          </ac:spMkLst>
        </pc:spChg>
        <pc:spChg chg="add del">
          <ac:chgData name="ahmad matar" userId="4c7aac9de00460d4" providerId="Windows Live" clId="Web-{227A9782-2A86-18FA-C3F9-8BB5A17F05F5}" dt="2025-01-18T14:08:11.850" v="245"/>
          <ac:spMkLst>
            <pc:docMk/>
            <pc:sldMk cId="3129811622" sldId="315"/>
            <ac:spMk id="17" creationId="{A8384FB5-9ADC-4DDC-881B-597D56F5B15D}"/>
          </ac:spMkLst>
        </pc:spChg>
        <pc:spChg chg="add del">
          <ac:chgData name="ahmad matar" userId="4c7aac9de00460d4" providerId="Windows Live" clId="Web-{227A9782-2A86-18FA-C3F9-8BB5A17F05F5}" dt="2025-01-18T14:08:11.850" v="245"/>
          <ac:spMkLst>
            <pc:docMk/>
            <pc:sldMk cId="3129811622" sldId="315"/>
            <ac:spMk id="19" creationId="{91E5A9A7-95C6-4F4F-B00E-C82E07FE62EF}"/>
          </ac:spMkLst>
        </pc:spChg>
        <pc:spChg chg="add del">
          <ac:chgData name="ahmad matar" userId="4c7aac9de00460d4" providerId="Windows Live" clId="Web-{227A9782-2A86-18FA-C3F9-8BB5A17F05F5}" dt="2025-01-18T14:08:11.850" v="245"/>
          <ac:spMkLst>
            <pc:docMk/>
            <pc:sldMk cId="3129811622" sldId="315"/>
            <ac:spMk id="21" creationId="{D07DD2DE-F619-49DD-B5E7-03A290FF4ED1}"/>
          </ac:spMkLst>
        </pc:spChg>
        <pc:spChg chg="add del">
          <ac:chgData name="ahmad matar" userId="4c7aac9de00460d4" providerId="Windows Live" clId="Web-{227A9782-2A86-18FA-C3F9-8BB5A17F05F5}" dt="2025-01-18T14:08:11.850" v="245"/>
          <ac:spMkLst>
            <pc:docMk/>
            <pc:sldMk cId="3129811622" sldId="315"/>
            <ac:spMk id="23" creationId="{85149191-5F60-4A28-AAFF-039F96B0F3EC}"/>
          </ac:spMkLst>
        </pc:spChg>
        <pc:spChg chg="add del">
          <ac:chgData name="ahmad matar" userId="4c7aac9de00460d4" providerId="Windows Live" clId="Web-{227A9782-2A86-18FA-C3F9-8BB5A17F05F5}" dt="2025-01-18T14:08:11.850" v="245"/>
          <ac:spMkLst>
            <pc:docMk/>
            <pc:sldMk cId="3129811622" sldId="315"/>
            <ac:spMk id="25" creationId="{F8260ED5-17F7-4158-B241-D51DD4CF1B7E}"/>
          </ac:spMkLst>
        </pc:spChg>
        <pc:spChg chg="add del">
          <ac:chgData name="ahmad matar" userId="4c7aac9de00460d4" providerId="Windows Live" clId="Web-{227A9782-2A86-18FA-C3F9-8BB5A17F05F5}" dt="2025-01-18T14:08:14.975" v="246"/>
          <ac:spMkLst>
            <pc:docMk/>
            <pc:sldMk cId="3129811622" sldId="315"/>
            <ac:spMk id="29" creationId="{99CA1D09-6AB6-1940-0A92-600F9CD269F0}"/>
          </ac:spMkLst>
        </pc:spChg>
        <pc:spChg chg="add del">
          <ac:chgData name="ahmad matar" userId="4c7aac9de00460d4" providerId="Windows Live" clId="Web-{227A9782-2A86-18FA-C3F9-8BB5A17F05F5}" dt="2025-01-18T14:08:20.897" v="248"/>
          <ac:spMkLst>
            <pc:docMk/>
            <pc:sldMk cId="3129811622" sldId="315"/>
            <ac:spMk id="32" creationId="{B1595A09-E336-4D1B-9B3A-06A2287A54E2}"/>
          </ac:spMkLst>
        </pc:spChg>
        <pc:spChg chg="add del">
          <ac:chgData name="ahmad matar" userId="4c7aac9de00460d4" providerId="Windows Live" clId="Web-{227A9782-2A86-18FA-C3F9-8BB5A17F05F5}" dt="2025-01-18T14:08:20.897" v="248"/>
          <ac:spMkLst>
            <pc:docMk/>
            <pc:sldMk cId="3129811622" sldId="315"/>
            <ac:spMk id="34" creationId="{3540989C-C7B8-473B-BF87-6F2DA6A90006}"/>
          </ac:spMkLst>
        </pc:spChg>
        <pc:spChg chg="add">
          <ac:chgData name="ahmad matar" userId="4c7aac9de00460d4" providerId="Windows Live" clId="Web-{227A9782-2A86-18FA-C3F9-8BB5A17F05F5}" dt="2025-01-18T14:08:20.897" v="248"/>
          <ac:spMkLst>
            <pc:docMk/>
            <pc:sldMk cId="3129811622" sldId="315"/>
            <ac:spMk id="39" creationId="{37C89E4B-3C9F-44B9-8B86-D9E3D112D8EC}"/>
          </ac:spMkLst>
        </pc:spChg>
        <pc:picChg chg="add mod ord">
          <ac:chgData name="ahmad matar" userId="4c7aac9de00460d4" providerId="Windows Live" clId="Web-{227A9782-2A86-18FA-C3F9-8BB5A17F05F5}" dt="2025-01-18T14:08:20.897" v="248"/>
          <ac:picMkLst>
            <pc:docMk/>
            <pc:sldMk cId="3129811622" sldId="315"/>
            <ac:picMk id="5" creationId="{8F52D234-8678-C86F-AF66-A0EF6BDE5794}"/>
          </ac:picMkLst>
        </pc:picChg>
        <pc:cxnChg chg="add">
          <ac:chgData name="ahmad matar" userId="4c7aac9de00460d4" providerId="Windows Live" clId="Web-{227A9782-2A86-18FA-C3F9-8BB5A17F05F5}" dt="2025-01-18T14:08:20.897" v="248"/>
          <ac:cxnSpMkLst>
            <pc:docMk/>
            <pc:sldMk cId="3129811622" sldId="315"/>
            <ac:cxnSpMk id="41" creationId="{AA2EAA10-076F-46BD-8F0F-B9A2FB77A85C}"/>
          </ac:cxnSpMkLst>
        </pc:cxnChg>
        <pc:cxnChg chg="add">
          <ac:chgData name="ahmad matar" userId="4c7aac9de00460d4" providerId="Windows Live" clId="Web-{227A9782-2A86-18FA-C3F9-8BB5A17F05F5}" dt="2025-01-18T14:08:20.897" v="248"/>
          <ac:cxnSpMkLst>
            <pc:docMk/>
            <pc:sldMk cId="3129811622" sldId="315"/>
            <ac:cxnSpMk id="43" creationId="{D891E407-403B-4764-86C9-33A56D3BCAA3}"/>
          </ac:cxnSpMkLst>
        </pc:cxnChg>
      </pc:sldChg>
      <pc:sldChg chg="addSp delSp modSp new mod setBg">
        <pc:chgData name="ahmad matar" userId="4c7aac9de00460d4" providerId="Windows Live" clId="Web-{227A9782-2A86-18FA-C3F9-8BB5A17F05F5}" dt="2025-01-18T14:12:24.983" v="253"/>
        <pc:sldMkLst>
          <pc:docMk/>
          <pc:sldMk cId="2203412651" sldId="316"/>
        </pc:sldMkLst>
        <pc:spChg chg="mod ord">
          <ac:chgData name="ahmad matar" userId="4c7aac9de00460d4" providerId="Windows Live" clId="Web-{227A9782-2A86-18FA-C3F9-8BB5A17F05F5}" dt="2025-01-18T14:12:24.983" v="253"/>
          <ac:spMkLst>
            <pc:docMk/>
            <pc:sldMk cId="2203412651" sldId="316"/>
            <ac:spMk id="2" creationId="{06A4BDE1-E8B4-FA1F-DF8E-DE02FED23A70}"/>
          </ac:spMkLst>
        </pc:spChg>
        <pc:spChg chg="del">
          <ac:chgData name="ahmad matar" userId="4c7aac9de00460d4" providerId="Windows Live" clId="Web-{227A9782-2A86-18FA-C3F9-8BB5A17F05F5}" dt="2025-01-18T14:12:06.154" v="250"/>
          <ac:spMkLst>
            <pc:docMk/>
            <pc:sldMk cId="2203412651" sldId="316"/>
            <ac:spMk id="3" creationId="{C91AB5E8-8EB7-EC54-891B-A657EB2DEA56}"/>
          </ac:spMkLst>
        </pc:spChg>
        <pc:spChg chg="add">
          <ac:chgData name="ahmad matar" userId="4c7aac9de00460d4" providerId="Windows Live" clId="Web-{227A9782-2A86-18FA-C3F9-8BB5A17F05F5}" dt="2025-01-18T14:12:24.983" v="253"/>
          <ac:spMkLst>
            <pc:docMk/>
            <pc:sldMk cId="2203412651" sldId="316"/>
            <ac:spMk id="9" creationId="{37C89E4B-3C9F-44B9-8B86-D9E3D112D8EC}"/>
          </ac:spMkLst>
        </pc:spChg>
        <pc:picChg chg="add mod ord">
          <ac:chgData name="ahmad matar" userId="4c7aac9de00460d4" providerId="Windows Live" clId="Web-{227A9782-2A86-18FA-C3F9-8BB5A17F05F5}" dt="2025-01-18T14:12:24.983" v="253"/>
          <ac:picMkLst>
            <pc:docMk/>
            <pc:sldMk cId="2203412651" sldId="316"/>
            <ac:picMk id="4" creationId="{7F54F771-43E8-E5FE-58FB-682BA5B6170D}"/>
          </ac:picMkLst>
        </pc:picChg>
        <pc:cxnChg chg="add">
          <ac:chgData name="ahmad matar" userId="4c7aac9de00460d4" providerId="Windows Live" clId="Web-{227A9782-2A86-18FA-C3F9-8BB5A17F05F5}" dt="2025-01-18T14:12:24.983" v="253"/>
          <ac:cxnSpMkLst>
            <pc:docMk/>
            <pc:sldMk cId="2203412651" sldId="316"/>
            <ac:cxnSpMk id="11" creationId="{AA2EAA10-076F-46BD-8F0F-B9A2FB77A85C}"/>
          </ac:cxnSpMkLst>
        </pc:cxnChg>
        <pc:cxnChg chg="add">
          <ac:chgData name="ahmad matar" userId="4c7aac9de00460d4" providerId="Windows Live" clId="Web-{227A9782-2A86-18FA-C3F9-8BB5A17F05F5}" dt="2025-01-18T14:12:24.983" v="253"/>
          <ac:cxnSpMkLst>
            <pc:docMk/>
            <pc:sldMk cId="2203412651" sldId="316"/>
            <ac:cxnSpMk id="13" creationId="{D891E407-403B-4764-86C9-33A56D3BCAA3}"/>
          </ac:cxnSpMkLst>
        </pc:cxnChg>
      </pc:sldChg>
      <pc:sldChg chg="new del">
        <pc:chgData name="ahmad matar" userId="4c7aac9de00460d4" providerId="Windows Live" clId="Web-{227A9782-2A86-18FA-C3F9-8BB5A17F05F5}" dt="2025-01-18T14:17:08.242" v="255"/>
        <pc:sldMkLst>
          <pc:docMk/>
          <pc:sldMk cId="244892216" sldId="317"/>
        </pc:sldMkLst>
      </pc:sldChg>
      <pc:sldChg chg="addSp delSp modSp new del mod setBg">
        <pc:chgData name="ahmad matar" userId="4c7aac9de00460d4" providerId="Windows Live" clId="Web-{227A9782-2A86-18FA-C3F9-8BB5A17F05F5}" dt="2025-01-18T14:53:18.326" v="307"/>
        <pc:sldMkLst>
          <pc:docMk/>
          <pc:sldMk cId="906426799" sldId="317"/>
        </pc:sldMkLst>
        <pc:spChg chg="del">
          <ac:chgData name="ahmad matar" userId="4c7aac9de00460d4" providerId="Windows Live" clId="Web-{227A9782-2A86-18FA-C3F9-8BB5A17F05F5}" dt="2025-01-18T14:22:58.269" v="259"/>
          <ac:spMkLst>
            <pc:docMk/>
            <pc:sldMk cId="906426799" sldId="317"/>
            <ac:spMk id="2" creationId="{5F8A2A8F-48CA-9154-0366-B90F87307E51}"/>
          </ac:spMkLst>
        </pc:spChg>
        <pc:spChg chg="del">
          <ac:chgData name="ahmad matar" userId="4c7aac9de00460d4" providerId="Windows Live" clId="Web-{227A9782-2A86-18FA-C3F9-8BB5A17F05F5}" dt="2025-01-18T14:22:55.222" v="258"/>
          <ac:spMkLst>
            <pc:docMk/>
            <pc:sldMk cId="906426799" sldId="317"/>
            <ac:spMk id="3" creationId="{D0A9B108-517B-7C64-965D-AE33ED674658}"/>
          </ac:spMkLst>
        </pc:spChg>
        <pc:spChg chg="add">
          <ac:chgData name="ahmad matar" userId="4c7aac9de00460d4" providerId="Windows Live" clId="Web-{227A9782-2A86-18FA-C3F9-8BB5A17F05F5}" dt="2025-01-18T14:22:58.269" v="259"/>
          <ac:spMkLst>
            <pc:docMk/>
            <pc:sldMk cId="906426799" sldId="317"/>
            <ac:spMk id="9" creationId="{42A4FC2C-047E-45A5-965D-8E1E3BF09BC6}"/>
          </ac:spMkLst>
        </pc:spChg>
        <pc:picChg chg="add mod ord">
          <ac:chgData name="ahmad matar" userId="4c7aac9de00460d4" providerId="Windows Live" clId="Web-{227A9782-2A86-18FA-C3F9-8BB5A17F05F5}" dt="2025-01-18T14:22:58.269" v="259"/>
          <ac:picMkLst>
            <pc:docMk/>
            <pc:sldMk cId="906426799" sldId="317"/>
            <ac:picMk id="4" creationId="{DAD07BF5-A942-412C-F54C-C4D4D7D266E9}"/>
          </ac:picMkLst>
        </pc:picChg>
      </pc:sldChg>
      <pc:sldChg chg="addSp modSp new mod setBg">
        <pc:chgData name="ahmad matar" userId="4c7aac9de00460d4" providerId="Windows Live" clId="Web-{227A9782-2A86-18FA-C3F9-8BB5A17F05F5}" dt="2025-01-18T14:35:26.107" v="295"/>
        <pc:sldMkLst>
          <pc:docMk/>
          <pc:sldMk cId="2626781833" sldId="318"/>
        </pc:sldMkLst>
        <pc:spChg chg="mod">
          <ac:chgData name="ahmad matar" userId="4c7aac9de00460d4" providerId="Windows Live" clId="Web-{227A9782-2A86-18FA-C3F9-8BB5A17F05F5}" dt="2025-01-18T14:35:26.107" v="295"/>
          <ac:spMkLst>
            <pc:docMk/>
            <pc:sldMk cId="2626781833" sldId="318"/>
            <ac:spMk id="2" creationId="{BAFDA23F-306B-217E-9967-41979DBC544D}"/>
          </ac:spMkLst>
        </pc:spChg>
        <pc:spChg chg="mod">
          <ac:chgData name="ahmad matar" userId="4c7aac9de00460d4" providerId="Windows Live" clId="Web-{227A9782-2A86-18FA-C3F9-8BB5A17F05F5}" dt="2025-01-18T14:35:26.107" v="295"/>
          <ac:spMkLst>
            <pc:docMk/>
            <pc:sldMk cId="2626781833" sldId="318"/>
            <ac:spMk id="3" creationId="{5ADC1C0B-4F3E-5A5C-85B4-239C30F983EE}"/>
          </ac:spMkLst>
        </pc:spChg>
        <pc:spChg chg="add">
          <ac:chgData name="ahmad matar" userId="4c7aac9de00460d4" providerId="Windows Live" clId="Web-{227A9782-2A86-18FA-C3F9-8BB5A17F05F5}" dt="2025-01-18T14:35:26.107" v="295"/>
          <ac:spMkLst>
            <pc:docMk/>
            <pc:sldMk cId="2626781833" sldId="318"/>
            <ac:spMk id="8" creationId="{777A147A-9ED8-46B4-8660-1B3C2AA880B5}"/>
          </ac:spMkLst>
        </pc:spChg>
        <pc:spChg chg="add">
          <ac:chgData name="ahmad matar" userId="4c7aac9de00460d4" providerId="Windows Live" clId="Web-{227A9782-2A86-18FA-C3F9-8BB5A17F05F5}" dt="2025-01-18T14:35:26.107" v="295"/>
          <ac:spMkLst>
            <pc:docMk/>
            <pc:sldMk cId="2626781833" sldId="318"/>
            <ac:spMk id="10" creationId="{5D6C15A0-C087-4593-8414-2B4EC1CDC3DE}"/>
          </ac:spMkLst>
        </pc:spChg>
      </pc:sldChg>
      <pc:sldChg chg="addSp delSp modSp new mod setBg">
        <pc:chgData name="ahmad matar" userId="4c7aac9de00460d4" providerId="Windows Live" clId="Web-{227A9782-2A86-18FA-C3F9-8BB5A17F05F5}" dt="2025-01-18T14:52:47.559" v="306" actId="14100"/>
        <pc:sldMkLst>
          <pc:docMk/>
          <pc:sldMk cId="3091746334" sldId="319"/>
        </pc:sldMkLst>
        <pc:spChg chg="del">
          <ac:chgData name="ahmad matar" userId="4c7aac9de00460d4" providerId="Windows Live" clId="Web-{227A9782-2A86-18FA-C3F9-8BB5A17F05F5}" dt="2025-01-18T14:52:29.793" v="300"/>
          <ac:spMkLst>
            <pc:docMk/>
            <pc:sldMk cId="3091746334" sldId="319"/>
            <ac:spMk id="2" creationId="{42FFF8C0-B3EF-262C-664C-597AC667DAED}"/>
          </ac:spMkLst>
        </pc:spChg>
        <pc:spChg chg="del mod">
          <ac:chgData name="ahmad matar" userId="4c7aac9de00460d4" providerId="Windows Live" clId="Web-{227A9782-2A86-18FA-C3F9-8BB5A17F05F5}" dt="2025-01-18T14:52:26.762" v="299"/>
          <ac:spMkLst>
            <pc:docMk/>
            <pc:sldMk cId="3091746334" sldId="319"/>
            <ac:spMk id="3" creationId="{8D871E3D-ABEC-9985-5DA0-35B68FC69825}"/>
          </ac:spMkLst>
        </pc:spChg>
        <pc:picChg chg="add mod ord">
          <ac:chgData name="ahmad matar" userId="4c7aac9de00460d4" providerId="Windows Live" clId="Web-{227A9782-2A86-18FA-C3F9-8BB5A17F05F5}" dt="2025-01-18T14:52:47.559" v="306" actId="14100"/>
          <ac:picMkLst>
            <pc:docMk/>
            <pc:sldMk cId="3091746334" sldId="319"/>
            <ac:picMk id="4" creationId="{CF51A323-6654-D35E-FB7E-E307C237FF45}"/>
          </ac:picMkLst>
        </pc:picChg>
      </pc:sldChg>
      <pc:sldChg chg="new del">
        <pc:chgData name="ahmad matar" userId="4c7aac9de00460d4" providerId="Windows Live" clId="Web-{227A9782-2A86-18FA-C3F9-8BB5A17F05F5}" dt="2025-01-18T14:57:05.895" v="310"/>
        <pc:sldMkLst>
          <pc:docMk/>
          <pc:sldMk cId="111178250" sldId="320"/>
        </pc:sldMkLst>
      </pc:sldChg>
      <pc:sldChg chg="modSp add replId">
        <pc:chgData name="ahmad matar" userId="4c7aac9de00460d4" providerId="Windows Live" clId="Web-{227A9782-2A86-18FA-C3F9-8BB5A17F05F5}" dt="2025-01-18T15:01:32.325" v="332" actId="20577"/>
        <pc:sldMkLst>
          <pc:docMk/>
          <pc:sldMk cId="550305877" sldId="321"/>
        </pc:sldMkLst>
        <pc:spChg chg="mod">
          <ac:chgData name="ahmad matar" userId="4c7aac9de00460d4" providerId="Windows Live" clId="Web-{227A9782-2A86-18FA-C3F9-8BB5A17F05F5}" dt="2025-01-18T15:01:32.325" v="332" actId="20577"/>
          <ac:spMkLst>
            <pc:docMk/>
            <pc:sldMk cId="550305877" sldId="321"/>
            <ac:spMk id="2" creationId="{26C510F1-477D-3E62-5BD6-A7A423C436E0}"/>
          </ac:spMkLst>
        </pc:spChg>
      </pc:sldChg>
      <pc:sldChg chg="addSp delSp modSp new mod setBg">
        <pc:chgData name="ahmad matar" userId="4c7aac9de00460d4" providerId="Windows Live" clId="Web-{227A9782-2A86-18FA-C3F9-8BB5A17F05F5}" dt="2025-01-18T16:50:33.757" v="479" actId="14100"/>
        <pc:sldMkLst>
          <pc:docMk/>
          <pc:sldMk cId="3055007835" sldId="322"/>
        </pc:sldMkLst>
        <pc:spChg chg="add del">
          <ac:chgData name="ahmad matar" userId="4c7aac9de00460d4" providerId="Windows Live" clId="Web-{227A9782-2A86-18FA-C3F9-8BB5A17F05F5}" dt="2025-01-18T16:50:12.990" v="469"/>
          <ac:spMkLst>
            <pc:docMk/>
            <pc:sldMk cId="3055007835" sldId="322"/>
            <ac:spMk id="2" creationId="{163651AE-D50F-A834-3BBC-91DDE514E9F2}"/>
          </ac:spMkLst>
        </pc:spChg>
        <pc:spChg chg="del">
          <ac:chgData name="ahmad matar" userId="4c7aac9de00460d4" providerId="Windows Live" clId="Web-{227A9782-2A86-18FA-C3F9-8BB5A17F05F5}" dt="2025-01-18T16:50:03.959" v="466"/>
          <ac:spMkLst>
            <pc:docMk/>
            <pc:sldMk cId="3055007835" sldId="322"/>
            <ac:spMk id="3" creationId="{F55F946D-77B7-6ABB-E843-CE6F246A7081}"/>
          </ac:spMkLst>
        </pc:spChg>
        <pc:spChg chg="add del">
          <ac:chgData name="ahmad matar" userId="4c7aac9de00460d4" providerId="Windows Live" clId="Web-{227A9782-2A86-18FA-C3F9-8BB5A17F05F5}" dt="2025-01-18T16:50:25.335" v="474"/>
          <ac:spMkLst>
            <pc:docMk/>
            <pc:sldMk cId="3055007835" sldId="322"/>
            <ac:spMk id="6" creationId="{2D2B266D-3625-4584-A5C3-7D3F672CFF30}"/>
          </ac:spMkLst>
        </pc:spChg>
        <pc:spChg chg="add del">
          <ac:chgData name="ahmad matar" userId="4c7aac9de00460d4" providerId="Windows Live" clId="Web-{227A9782-2A86-18FA-C3F9-8BB5A17F05F5}" dt="2025-01-18T16:50:25.335" v="474"/>
          <ac:spMkLst>
            <pc:docMk/>
            <pc:sldMk cId="3055007835" sldId="322"/>
            <ac:spMk id="7" creationId="{C463B99A-73EE-4FBB-B7C4-F9F9BCC25C65}"/>
          </ac:spMkLst>
        </pc:spChg>
        <pc:spChg chg="add del">
          <ac:chgData name="ahmad matar" userId="4c7aac9de00460d4" providerId="Windows Live" clId="Web-{227A9782-2A86-18FA-C3F9-8BB5A17F05F5}" dt="2025-01-18T16:50:12.990" v="468"/>
          <ac:spMkLst>
            <pc:docMk/>
            <pc:sldMk cId="3055007835" sldId="322"/>
            <ac:spMk id="9" creationId="{32BC26D8-82FB-445E-AA49-62A77D7C1EE0}"/>
          </ac:spMkLst>
        </pc:spChg>
        <pc:spChg chg="add del">
          <ac:chgData name="ahmad matar" userId="4c7aac9de00460d4" providerId="Windows Live" clId="Web-{227A9782-2A86-18FA-C3F9-8BB5A17F05F5}" dt="2025-01-18T16:50:12.990" v="468"/>
          <ac:spMkLst>
            <pc:docMk/>
            <pc:sldMk cId="3055007835" sldId="322"/>
            <ac:spMk id="11" creationId="{CB44330D-EA18-4254-AA95-EB49948539B8}"/>
          </ac:spMkLst>
        </pc:spChg>
        <pc:spChg chg="add del">
          <ac:chgData name="ahmad matar" userId="4c7aac9de00460d4" providerId="Windows Live" clId="Web-{227A9782-2A86-18FA-C3F9-8BB5A17F05F5}" dt="2025-01-18T16:50:25.335" v="474"/>
          <ac:spMkLst>
            <pc:docMk/>
            <pc:sldMk cId="3055007835" sldId="322"/>
            <ac:spMk id="13" creationId="{A5D2A5D1-BA0D-47D3-B051-DA7743C46E28}"/>
          </ac:spMkLst>
        </pc:spChg>
        <pc:spChg chg="add">
          <ac:chgData name="ahmad matar" userId="4c7aac9de00460d4" providerId="Windows Live" clId="Web-{227A9782-2A86-18FA-C3F9-8BB5A17F05F5}" dt="2025-01-18T16:50:25.335" v="475"/>
          <ac:spMkLst>
            <pc:docMk/>
            <pc:sldMk cId="3055007835" sldId="322"/>
            <ac:spMk id="15" creationId="{32BC26D8-82FB-445E-AA49-62A77D7C1EE0}"/>
          </ac:spMkLst>
        </pc:spChg>
        <pc:spChg chg="add">
          <ac:chgData name="ahmad matar" userId="4c7aac9de00460d4" providerId="Windows Live" clId="Web-{227A9782-2A86-18FA-C3F9-8BB5A17F05F5}" dt="2025-01-18T16:50:25.335" v="475"/>
          <ac:spMkLst>
            <pc:docMk/>
            <pc:sldMk cId="3055007835" sldId="322"/>
            <ac:spMk id="16" creationId="{CB44330D-EA18-4254-AA95-EB49948539B8}"/>
          </ac:spMkLst>
        </pc:spChg>
        <pc:picChg chg="add mod ord">
          <ac:chgData name="ahmad matar" userId="4c7aac9de00460d4" providerId="Windows Live" clId="Web-{227A9782-2A86-18FA-C3F9-8BB5A17F05F5}" dt="2025-01-18T16:50:33.757" v="479" actId="14100"/>
          <ac:picMkLst>
            <pc:docMk/>
            <pc:sldMk cId="3055007835" sldId="322"/>
            <ac:picMk id="4" creationId="{1EB2F18B-5A7E-9EB7-A9A4-EF29E8DAFCAE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5:24:13.366" v="346" actId="14100"/>
        <pc:sldMkLst>
          <pc:docMk/>
          <pc:sldMk cId="2799991857" sldId="323"/>
        </pc:sldMkLst>
        <pc:spChg chg="mod">
          <ac:chgData name="ahmad matar" userId="4c7aac9de00460d4" providerId="Windows Live" clId="Web-{227A9782-2A86-18FA-C3F9-8BB5A17F05F5}" dt="2025-01-18T15:24:01.038" v="342" actId="20577"/>
          <ac:spMkLst>
            <pc:docMk/>
            <pc:sldMk cId="2799991857" sldId="323"/>
            <ac:spMk id="2" creationId="{DC0B1544-BECA-A9BF-6F9D-68B6C600FA1D}"/>
          </ac:spMkLst>
        </pc:spChg>
        <pc:spChg chg="del">
          <ac:chgData name="ahmad matar" userId="4c7aac9de00460d4" providerId="Windows Live" clId="Web-{227A9782-2A86-18FA-C3F9-8BB5A17F05F5}" dt="2025-01-18T15:23:46.693" v="335"/>
          <ac:spMkLst>
            <pc:docMk/>
            <pc:sldMk cId="2799991857" sldId="323"/>
            <ac:spMk id="3" creationId="{EE7ED3FD-8485-F382-0938-90125D7004E7}"/>
          </ac:spMkLst>
        </pc:spChg>
        <pc:spChg chg="add">
          <ac:chgData name="ahmad matar" userId="4c7aac9de00460d4" providerId="Windows Live" clId="Web-{227A9782-2A86-18FA-C3F9-8BB5A17F05F5}" dt="2025-01-18T15:23:49.553" v="336"/>
          <ac:spMkLst>
            <pc:docMk/>
            <pc:sldMk cId="2799991857" sldId="323"/>
            <ac:spMk id="9" creationId="{A4AC5506-6312-4701-8D3C-40187889A947}"/>
          </ac:spMkLst>
        </pc:spChg>
        <pc:picChg chg="add mod ord">
          <ac:chgData name="ahmad matar" userId="4c7aac9de00460d4" providerId="Windows Live" clId="Web-{227A9782-2A86-18FA-C3F9-8BB5A17F05F5}" dt="2025-01-18T15:24:13.366" v="346" actId="14100"/>
          <ac:picMkLst>
            <pc:docMk/>
            <pc:sldMk cId="2799991857" sldId="323"/>
            <ac:picMk id="4" creationId="{33197192-47F4-3AC6-DEB6-D44B4A298323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6:15:53.849" v="416" actId="1076"/>
        <pc:sldMkLst>
          <pc:docMk/>
          <pc:sldMk cId="4062663914" sldId="324"/>
        </pc:sldMkLst>
        <pc:spChg chg="mod">
          <ac:chgData name="ahmad matar" userId="4c7aac9de00460d4" providerId="Windows Live" clId="Web-{227A9782-2A86-18FA-C3F9-8BB5A17F05F5}" dt="2025-01-18T16:15:34.427" v="409"/>
          <ac:spMkLst>
            <pc:docMk/>
            <pc:sldMk cId="4062663914" sldId="324"/>
            <ac:spMk id="2" creationId="{5D731D8D-643E-E22E-6F89-E91B81EE34C7}"/>
          </ac:spMkLst>
        </pc:spChg>
        <pc:spChg chg="del">
          <ac:chgData name="ahmad matar" userId="4c7aac9de00460d4" providerId="Windows Live" clId="Web-{227A9782-2A86-18FA-C3F9-8BB5A17F05F5}" dt="2025-01-18T16:14:46.472" v="348"/>
          <ac:spMkLst>
            <pc:docMk/>
            <pc:sldMk cId="4062663914" sldId="324"/>
            <ac:spMk id="3" creationId="{A9E43D84-53A2-E27F-2CC2-39B1061867A6}"/>
          </ac:spMkLst>
        </pc:spChg>
        <pc:spChg chg="add">
          <ac:chgData name="ahmad matar" userId="4c7aac9de00460d4" providerId="Windows Live" clId="Web-{227A9782-2A86-18FA-C3F9-8BB5A17F05F5}" dt="2025-01-18T16:15:34.427" v="409"/>
          <ac:spMkLst>
            <pc:docMk/>
            <pc:sldMk cId="4062663914" sldId="324"/>
            <ac:spMk id="9" creationId="{A4AC5506-6312-4701-8D3C-40187889A947}"/>
          </ac:spMkLst>
        </pc:spChg>
        <pc:picChg chg="add mod ord">
          <ac:chgData name="ahmad matar" userId="4c7aac9de00460d4" providerId="Windows Live" clId="Web-{227A9782-2A86-18FA-C3F9-8BB5A17F05F5}" dt="2025-01-18T16:15:53.849" v="416" actId="1076"/>
          <ac:picMkLst>
            <pc:docMk/>
            <pc:sldMk cId="4062663914" sldId="324"/>
            <ac:picMk id="4" creationId="{723585D5-BAEF-6024-09B7-CC6FF30BB304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6:27:01.229" v="465" actId="14100"/>
        <pc:sldMkLst>
          <pc:docMk/>
          <pc:sldMk cId="2908686756" sldId="325"/>
        </pc:sldMkLst>
        <pc:spChg chg="mod">
          <ac:chgData name="ahmad matar" userId="4c7aac9de00460d4" providerId="Windows Live" clId="Web-{227A9782-2A86-18FA-C3F9-8BB5A17F05F5}" dt="2025-01-18T16:26:41.166" v="460"/>
          <ac:spMkLst>
            <pc:docMk/>
            <pc:sldMk cId="2908686756" sldId="325"/>
            <ac:spMk id="2" creationId="{75A7C567-935F-4582-EECF-ECDF00F1BB24}"/>
          </ac:spMkLst>
        </pc:spChg>
        <pc:spChg chg="del">
          <ac:chgData name="ahmad matar" userId="4c7aac9de00460d4" providerId="Windows Live" clId="Web-{227A9782-2A86-18FA-C3F9-8BB5A17F05F5}" dt="2025-01-18T16:26:01.633" v="418"/>
          <ac:spMkLst>
            <pc:docMk/>
            <pc:sldMk cId="2908686756" sldId="325"/>
            <ac:spMk id="3" creationId="{FFE49F2F-86A3-6CC8-9A52-EA5300C2F82F}"/>
          </ac:spMkLst>
        </pc:spChg>
        <pc:spChg chg="add">
          <ac:chgData name="ahmad matar" userId="4c7aac9de00460d4" providerId="Windows Live" clId="Web-{227A9782-2A86-18FA-C3F9-8BB5A17F05F5}" dt="2025-01-18T16:26:41.166" v="460"/>
          <ac:spMkLst>
            <pc:docMk/>
            <pc:sldMk cId="2908686756" sldId="325"/>
            <ac:spMk id="9" creationId="{A4AC5506-6312-4701-8D3C-40187889A947}"/>
          </ac:spMkLst>
        </pc:spChg>
        <pc:picChg chg="add mod ord">
          <ac:chgData name="ahmad matar" userId="4c7aac9de00460d4" providerId="Windows Live" clId="Web-{227A9782-2A86-18FA-C3F9-8BB5A17F05F5}" dt="2025-01-18T16:27:01.229" v="465" actId="14100"/>
          <ac:picMkLst>
            <pc:docMk/>
            <pc:sldMk cId="2908686756" sldId="325"/>
            <ac:picMk id="4" creationId="{1C27DB93-37A2-C0C9-276A-2E0D505EA8A8}"/>
          </ac:picMkLst>
        </pc:picChg>
      </pc:sldChg>
      <pc:sldChg chg="addSp delSp modSp new mod setBg">
        <pc:chgData name="ahmad matar" userId="4c7aac9de00460d4" providerId="Windows Live" clId="Web-{227A9782-2A86-18FA-C3F9-8BB5A17F05F5}" dt="2025-01-18T16:54:01.061" v="491"/>
        <pc:sldMkLst>
          <pc:docMk/>
          <pc:sldMk cId="3861588396" sldId="326"/>
        </pc:sldMkLst>
        <pc:spChg chg="del mod">
          <ac:chgData name="ahmad matar" userId="4c7aac9de00460d4" providerId="Windows Live" clId="Web-{227A9782-2A86-18FA-C3F9-8BB5A17F05F5}" dt="2025-01-18T16:54:01.061" v="491"/>
          <ac:spMkLst>
            <pc:docMk/>
            <pc:sldMk cId="3861588396" sldId="326"/>
            <ac:spMk id="2" creationId="{52F1FEC0-73D4-0DDB-BDD7-E2C787C2C1D0}"/>
          </ac:spMkLst>
        </pc:spChg>
        <pc:spChg chg="del">
          <ac:chgData name="ahmad matar" userId="4c7aac9de00460d4" providerId="Windows Live" clId="Web-{227A9782-2A86-18FA-C3F9-8BB5A17F05F5}" dt="2025-01-18T16:53:45.170" v="485"/>
          <ac:spMkLst>
            <pc:docMk/>
            <pc:sldMk cId="3861588396" sldId="326"/>
            <ac:spMk id="3" creationId="{A36BD569-9E78-F069-F897-A9068D589883}"/>
          </ac:spMkLst>
        </pc:spChg>
        <pc:spChg chg="add">
          <ac:chgData name="ahmad matar" userId="4c7aac9de00460d4" providerId="Windows Live" clId="Web-{227A9782-2A86-18FA-C3F9-8BB5A17F05F5}" dt="2025-01-18T16:54:01.061" v="491"/>
          <ac:spMkLst>
            <pc:docMk/>
            <pc:sldMk cId="3861588396" sldId="326"/>
            <ac:spMk id="9" creationId="{2D2B266D-3625-4584-A5C3-7D3F672CFF30}"/>
          </ac:spMkLst>
        </pc:spChg>
        <pc:spChg chg="add">
          <ac:chgData name="ahmad matar" userId="4c7aac9de00460d4" providerId="Windows Live" clId="Web-{227A9782-2A86-18FA-C3F9-8BB5A17F05F5}" dt="2025-01-18T16:54:01.061" v="491"/>
          <ac:spMkLst>
            <pc:docMk/>
            <pc:sldMk cId="3861588396" sldId="326"/>
            <ac:spMk id="11" creationId="{C463B99A-73EE-4FBB-B7C4-F9F9BCC25C65}"/>
          </ac:spMkLst>
        </pc:spChg>
        <pc:spChg chg="add">
          <ac:chgData name="ahmad matar" userId="4c7aac9de00460d4" providerId="Windows Live" clId="Web-{227A9782-2A86-18FA-C3F9-8BB5A17F05F5}" dt="2025-01-18T16:54:01.061" v="491"/>
          <ac:spMkLst>
            <pc:docMk/>
            <pc:sldMk cId="3861588396" sldId="326"/>
            <ac:spMk id="13" creationId="{A5D2A5D1-BA0D-47D3-B051-DA7743C46E28}"/>
          </ac:spMkLst>
        </pc:spChg>
        <pc:picChg chg="add mod ord">
          <ac:chgData name="ahmad matar" userId="4c7aac9de00460d4" providerId="Windows Live" clId="Web-{227A9782-2A86-18FA-C3F9-8BB5A17F05F5}" dt="2025-01-18T16:54:01.061" v="491"/>
          <ac:picMkLst>
            <pc:docMk/>
            <pc:sldMk cId="3861588396" sldId="326"/>
            <ac:picMk id="4" creationId="{37432062-6F0B-4FB3-D060-18C08056E262}"/>
          </ac:picMkLst>
        </pc:picChg>
      </pc:sldChg>
    </pc:docChg>
  </pc:docChgLst>
  <pc:docChgLst>
    <pc:chgData name="ahmad matar" userId="4c7aac9de00460d4" providerId="Windows Live" clId="Web-{69B5E9DD-917B-9A67-E41F-4719084506C4}"/>
    <pc:docChg chg="addSld delSld modSld sldOrd">
      <pc:chgData name="ahmad matar" userId="4c7aac9de00460d4" providerId="Windows Live" clId="Web-{69B5E9DD-917B-9A67-E41F-4719084506C4}" dt="2025-01-18T01:32:42.529" v="883" actId="20577"/>
      <pc:docMkLst>
        <pc:docMk/>
      </pc:docMkLst>
      <pc:sldChg chg="modSp">
        <pc:chgData name="ahmad matar" userId="4c7aac9de00460d4" providerId="Windows Live" clId="Web-{69B5E9DD-917B-9A67-E41F-4719084506C4}" dt="2025-01-18T00:20:15.283" v="565" actId="20577"/>
        <pc:sldMkLst>
          <pc:docMk/>
          <pc:sldMk cId="2478401907" sldId="256"/>
        </pc:sldMkLst>
        <pc:graphicFrameChg chg="modGraphic">
          <ac:chgData name="ahmad matar" userId="4c7aac9de00460d4" providerId="Windows Live" clId="Web-{69B5E9DD-917B-9A67-E41F-4719084506C4}" dt="2025-01-18T00:20:15.283" v="565" actId="20577"/>
          <ac:graphicFrameMkLst>
            <pc:docMk/>
            <pc:sldMk cId="2478401907" sldId="256"/>
            <ac:graphicFrameMk id="32" creationId="{750E5416-1E71-ECC6-86A0-7643564A060B}"/>
          </ac:graphicFrameMkLst>
        </pc:graphicFrameChg>
      </pc:sldChg>
      <pc:sldChg chg="modSp">
        <pc:chgData name="ahmad matar" userId="4c7aac9de00460d4" providerId="Windows Live" clId="Web-{69B5E9DD-917B-9A67-E41F-4719084506C4}" dt="2025-01-17T16:20:22.042" v="263" actId="14100"/>
        <pc:sldMkLst>
          <pc:docMk/>
          <pc:sldMk cId="873734761" sldId="260"/>
        </pc:sldMkLst>
        <pc:picChg chg="mod">
          <ac:chgData name="ahmad matar" userId="4c7aac9de00460d4" providerId="Windows Live" clId="Web-{69B5E9DD-917B-9A67-E41F-4719084506C4}" dt="2025-01-17T16:20:22.042" v="263" actId="14100"/>
          <ac:picMkLst>
            <pc:docMk/>
            <pc:sldMk cId="873734761" sldId="260"/>
            <ac:picMk id="4" creationId="{64A627F2-409E-C14B-5BFE-D1E0DC68E8CF}"/>
          </ac:picMkLst>
        </pc:picChg>
      </pc:sldChg>
      <pc:sldChg chg="modSp del">
        <pc:chgData name="ahmad matar" userId="4c7aac9de00460d4" providerId="Windows Live" clId="Web-{69B5E9DD-917B-9A67-E41F-4719084506C4}" dt="2025-01-18T01:09:03.863" v="810"/>
        <pc:sldMkLst>
          <pc:docMk/>
          <pc:sldMk cId="2032380220" sldId="263"/>
        </pc:sldMkLst>
        <pc:spChg chg="mod">
          <ac:chgData name="ahmad matar" userId="4c7aac9de00460d4" providerId="Windows Live" clId="Web-{69B5E9DD-917B-9A67-E41F-4719084506C4}" dt="2025-01-18T00:33:04.716" v="610" actId="20577"/>
          <ac:spMkLst>
            <pc:docMk/>
            <pc:sldMk cId="2032380220" sldId="263"/>
            <ac:spMk id="2" creationId="{9307111D-E04C-221E-2BD2-7CE5584BFEA4}"/>
          </ac:spMkLst>
        </pc:spChg>
      </pc:sldChg>
      <pc:sldChg chg="modSp">
        <pc:chgData name="ahmad matar" userId="4c7aac9de00460d4" providerId="Windows Live" clId="Web-{69B5E9DD-917B-9A67-E41F-4719084506C4}" dt="2025-01-17T23:42:46.696" v="269" actId="1076"/>
        <pc:sldMkLst>
          <pc:docMk/>
          <pc:sldMk cId="1348974561" sldId="264"/>
        </pc:sldMkLst>
        <pc:picChg chg="mod">
          <ac:chgData name="ahmad matar" userId="4c7aac9de00460d4" providerId="Windows Live" clId="Web-{69B5E9DD-917B-9A67-E41F-4719084506C4}" dt="2025-01-17T23:42:46.696" v="269" actId="1076"/>
          <ac:picMkLst>
            <pc:docMk/>
            <pc:sldMk cId="1348974561" sldId="264"/>
            <ac:picMk id="6" creationId="{7562EE46-0561-AF16-CE52-051A4A0C5B1E}"/>
          </ac:picMkLst>
        </pc:picChg>
      </pc:sldChg>
      <pc:sldChg chg="modSp">
        <pc:chgData name="ahmad matar" userId="4c7aac9de00460d4" providerId="Windows Live" clId="Web-{69B5E9DD-917B-9A67-E41F-4719084506C4}" dt="2025-01-17T15:20:34.194" v="166" actId="20577"/>
        <pc:sldMkLst>
          <pc:docMk/>
          <pc:sldMk cId="579017500" sldId="266"/>
        </pc:sldMkLst>
        <pc:spChg chg="mod">
          <ac:chgData name="ahmad matar" userId="4c7aac9de00460d4" providerId="Windows Live" clId="Web-{69B5E9DD-917B-9A67-E41F-4719084506C4}" dt="2025-01-17T15:20:34.194" v="166" actId="20577"/>
          <ac:spMkLst>
            <pc:docMk/>
            <pc:sldMk cId="579017500" sldId="266"/>
            <ac:spMk id="2" creationId="{FBBF1ED4-C097-B9E3-511D-5C8DFFD4D5E2}"/>
          </ac:spMkLst>
        </pc:spChg>
      </pc:sldChg>
      <pc:sldChg chg="addSp delSp modSp">
        <pc:chgData name="ahmad matar" userId="4c7aac9de00460d4" providerId="Windows Live" clId="Web-{69B5E9DD-917B-9A67-E41F-4719084506C4}" dt="2025-01-17T15:31:07.252" v="224" actId="14100"/>
        <pc:sldMkLst>
          <pc:docMk/>
          <pc:sldMk cId="1673821185" sldId="267"/>
        </pc:sldMkLst>
        <pc:spChg chg="add del mod">
          <ac:chgData name="ahmad matar" userId="4c7aac9de00460d4" providerId="Windows Live" clId="Web-{69B5E9DD-917B-9A67-E41F-4719084506C4}" dt="2025-01-17T15:23:15.513" v="168"/>
          <ac:spMkLst>
            <pc:docMk/>
            <pc:sldMk cId="1673821185" sldId="267"/>
            <ac:spMk id="3" creationId="{F62FD624-9129-69E1-5AEB-704C20ACBD0E}"/>
          </ac:spMkLst>
        </pc:spChg>
        <pc:spChg chg="add del mod">
          <ac:chgData name="ahmad matar" userId="4c7aac9de00460d4" providerId="Windows Live" clId="Web-{69B5E9DD-917B-9A67-E41F-4719084506C4}" dt="2025-01-17T15:29:22.482" v="177"/>
          <ac:spMkLst>
            <pc:docMk/>
            <pc:sldMk cId="1673821185" sldId="267"/>
            <ac:spMk id="8" creationId="{AA684407-2763-65F1-5A2B-17052D4A3516}"/>
          </ac:spMkLst>
        </pc:spChg>
        <pc:spChg chg="del">
          <ac:chgData name="ahmad matar" userId="4c7aac9de00460d4" providerId="Windows Live" clId="Web-{69B5E9DD-917B-9A67-E41F-4719084506C4}" dt="2025-01-17T15:29:33.983" v="179"/>
          <ac:spMkLst>
            <pc:docMk/>
            <pc:sldMk cId="1673821185" sldId="267"/>
            <ac:spMk id="9" creationId="{42A4FC2C-047E-45A5-965D-8E1E3BF09BC6}"/>
          </ac:spMkLst>
        </pc:spChg>
        <pc:spChg chg="add mod">
          <ac:chgData name="ahmad matar" userId="4c7aac9de00460d4" providerId="Windows Live" clId="Web-{69B5E9DD-917B-9A67-E41F-4719084506C4}" dt="2025-01-17T15:31:01.346" v="221" actId="14100"/>
          <ac:spMkLst>
            <pc:docMk/>
            <pc:sldMk cId="1673821185" sldId="267"/>
            <ac:spMk id="14" creationId="{851E714D-7020-C462-2D6E-F17F59CE960B}"/>
          </ac:spMkLst>
        </pc:spChg>
        <pc:spChg chg="add del">
          <ac:chgData name="ahmad matar" userId="4c7aac9de00460d4" providerId="Windows Live" clId="Web-{69B5E9DD-917B-9A67-E41F-4719084506C4}" dt="2025-01-17T15:30:43.142" v="218"/>
          <ac:spMkLst>
            <pc:docMk/>
            <pc:sldMk cId="1673821185" sldId="267"/>
            <ac:spMk id="17" creationId="{0E3596DD-156A-473E-9BB3-C6A29F7574E9}"/>
          </ac:spMkLst>
        </pc:spChg>
        <pc:spChg chg="add del">
          <ac:chgData name="ahmad matar" userId="4c7aac9de00460d4" providerId="Windows Live" clId="Web-{69B5E9DD-917B-9A67-E41F-4719084506C4}" dt="2025-01-17T15:30:43.142" v="218"/>
          <ac:spMkLst>
            <pc:docMk/>
            <pc:sldMk cId="1673821185" sldId="267"/>
            <ac:spMk id="19" creationId="{2C46C4D6-C474-4E92-B52E-944C1118F7B6}"/>
          </ac:spMkLst>
        </pc:spChg>
        <pc:spChg chg="add del">
          <ac:chgData name="ahmad matar" userId="4c7aac9de00460d4" providerId="Windows Live" clId="Web-{69B5E9DD-917B-9A67-E41F-4719084506C4}" dt="2025-01-17T15:30:36.892" v="215"/>
          <ac:spMkLst>
            <pc:docMk/>
            <pc:sldMk cId="1673821185" sldId="267"/>
            <ac:spMk id="24" creationId="{B6FACB3C-9069-4791-BC5C-0DB7CD19B853}"/>
          </ac:spMkLst>
        </pc:spChg>
        <pc:spChg chg="add del">
          <ac:chgData name="ahmad matar" userId="4c7aac9de00460d4" providerId="Windows Live" clId="Web-{69B5E9DD-917B-9A67-E41F-4719084506C4}" dt="2025-01-17T15:30:36.892" v="215"/>
          <ac:spMkLst>
            <pc:docMk/>
            <pc:sldMk cId="1673821185" sldId="267"/>
            <ac:spMk id="26" creationId="{71F2038E-D777-4B76-81DD-DD13EE91B9DD}"/>
          </ac:spMkLst>
        </pc:spChg>
        <pc:spChg chg="add del">
          <ac:chgData name="ahmad matar" userId="4c7aac9de00460d4" providerId="Windows Live" clId="Web-{69B5E9DD-917B-9A67-E41F-4719084506C4}" dt="2025-01-17T15:30:43.126" v="217"/>
          <ac:spMkLst>
            <pc:docMk/>
            <pc:sldMk cId="1673821185" sldId="267"/>
            <ac:spMk id="30" creationId="{2813A4FA-24A5-41ED-A534-3807D1B2F344}"/>
          </ac:spMkLst>
        </pc:spChg>
        <pc:spChg chg="add del">
          <ac:chgData name="ahmad matar" userId="4c7aac9de00460d4" providerId="Windows Live" clId="Web-{69B5E9DD-917B-9A67-E41F-4719084506C4}" dt="2025-01-17T15:30:43.126" v="217"/>
          <ac:spMkLst>
            <pc:docMk/>
            <pc:sldMk cId="1673821185" sldId="267"/>
            <ac:spMk id="32" creationId="{C3944F27-CA70-4E84-A51A-E6BF89558979}"/>
          </ac:spMkLst>
        </pc:spChg>
        <pc:spChg chg="add del">
          <ac:chgData name="ahmad matar" userId="4c7aac9de00460d4" providerId="Windows Live" clId="Web-{69B5E9DD-917B-9A67-E41F-4719084506C4}" dt="2025-01-17T15:30:43.126" v="217"/>
          <ac:spMkLst>
            <pc:docMk/>
            <pc:sldMk cId="1673821185" sldId="267"/>
            <ac:spMk id="34" creationId="{12609869-9E80-471B-A487-A53288E0E791}"/>
          </ac:spMkLst>
        </pc:spChg>
        <pc:spChg chg="add del">
          <ac:chgData name="ahmad matar" userId="4c7aac9de00460d4" providerId="Windows Live" clId="Web-{69B5E9DD-917B-9A67-E41F-4719084506C4}" dt="2025-01-17T15:30:43.126" v="217"/>
          <ac:spMkLst>
            <pc:docMk/>
            <pc:sldMk cId="1673821185" sldId="267"/>
            <ac:spMk id="35" creationId="{7004738A-9D34-43E8-97D2-CA0EED4F8BE0}"/>
          </ac:spMkLst>
        </pc:spChg>
        <pc:spChg chg="add del">
          <ac:chgData name="ahmad matar" userId="4c7aac9de00460d4" providerId="Windows Live" clId="Web-{69B5E9DD-917B-9A67-E41F-4719084506C4}" dt="2025-01-17T15:30:43.126" v="217"/>
          <ac:spMkLst>
            <pc:docMk/>
            <pc:sldMk cId="1673821185" sldId="267"/>
            <ac:spMk id="36" creationId="{B8B8D07F-F13E-443E-BA68-2D26672D76B9}"/>
          </ac:spMkLst>
        </pc:spChg>
        <pc:spChg chg="add">
          <ac:chgData name="ahmad matar" userId="4c7aac9de00460d4" providerId="Windows Live" clId="Web-{69B5E9DD-917B-9A67-E41F-4719084506C4}" dt="2025-01-17T15:30:43.142" v="218"/>
          <ac:spMkLst>
            <pc:docMk/>
            <pc:sldMk cId="1673821185" sldId="267"/>
            <ac:spMk id="38" creationId="{B6FACB3C-9069-4791-BC5C-0DB7CD19B853}"/>
          </ac:spMkLst>
        </pc:spChg>
        <pc:spChg chg="add">
          <ac:chgData name="ahmad matar" userId="4c7aac9de00460d4" providerId="Windows Live" clId="Web-{69B5E9DD-917B-9A67-E41F-4719084506C4}" dt="2025-01-17T15:30:43.142" v="218"/>
          <ac:spMkLst>
            <pc:docMk/>
            <pc:sldMk cId="1673821185" sldId="267"/>
            <ac:spMk id="39" creationId="{71F2038E-D777-4B76-81DD-DD13EE91B9DD}"/>
          </ac:spMkLst>
        </pc:spChg>
        <pc:grpChg chg="add del">
          <ac:chgData name="ahmad matar" userId="4c7aac9de00460d4" providerId="Windows Live" clId="Web-{69B5E9DD-917B-9A67-E41F-4719084506C4}" dt="2025-01-17T15:30:36.892" v="215"/>
          <ac:grpSpMkLst>
            <pc:docMk/>
            <pc:sldMk cId="1673821185" sldId="267"/>
            <ac:grpSpMk id="28" creationId="{DD354807-230F-4402-B1B9-F733A8F1F190}"/>
          </ac:grpSpMkLst>
        </pc:grpChg>
        <pc:grpChg chg="add">
          <ac:chgData name="ahmad matar" userId="4c7aac9de00460d4" providerId="Windows Live" clId="Web-{69B5E9DD-917B-9A67-E41F-4719084506C4}" dt="2025-01-17T15:30:43.142" v="218"/>
          <ac:grpSpMkLst>
            <pc:docMk/>
            <pc:sldMk cId="1673821185" sldId="267"/>
            <ac:grpSpMk id="40" creationId="{DD354807-230F-4402-B1B9-F733A8F1F190}"/>
          </ac:grpSpMkLst>
        </pc:grpChg>
        <pc:picChg chg="del mod">
          <ac:chgData name="ahmad matar" userId="4c7aac9de00460d4" providerId="Windows Live" clId="Web-{69B5E9DD-917B-9A67-E41F-4719084506C4}" dt="2025-01-17T15:21:09.086" v="167"/>
          <ac:picMkLst>
            <pc:docMk/>
            <pc:sldMk cId="1673821185" sldId="267"/>
            <ac:picMk id="4" creationId="{14EF6AC5-F5E0-73FD-062B-C68876A47A8E}"/>
          </ac:picMkLst>
        </pc:picChg>
        <pc:picChg chg="add del mod ord">
          <ac:chgData name="ahmad matar" userId="4c7aac9de00460d4" providerId="Windows Live" clId="Web-{69B5E9DD-917B-9A67-E41F-4719084506C4}" dt="2025-01-17T15:24:03.406" v="176"/>
          <ac:picMkLst>
            <pc:docMk/>
            <pc:sldMk cId="1673821185" sldId="267"/>
            <ac:picMk id="5" creationId="{335CFADE-B640-0315-A7DA-FA0F49B435AB}"/>
          </ac:picMkLst>
        </pc:picChg>
        <pc:picChg chg="add mod ord">
          <ac:chgData name="ahmad matar" userId="4c7aac9de00460d4" providerId="Windows Live" clId="Web-{69B5E9DD-917B-9A67-E41F-4719084506C4}" dt="2025-01-17T15:31:07.252" v="224" actId="14100"/>
          <ac:picMkLst>
            <pc:docMk/>
            <pc:sldMk cId="1673821185" sldId="267"/>
            <ac:picMk id="10" creationId="{012F8E75-4299-18F7-E3A8-34F940587481}"/>
          </ac:picMkLst>
        </pc:picChg>
        <pc:cxnChg chg="add del mod">
          <ac:chgData name="ahmad matar" userId="4c7aac9de00460d4" providerId="Windows Live" clId="Web-{69B5E9DD-917B-9A67-E41F-4719084506C4}" dt="2025-01-17T15:23:58.093" v="175"/>
          <ac:cxnSpMkLst>
            <pc:docMk/>
            <pc:sldMk cId="1673821185" sldId="267"/>
            <ac:cxnSpMk id="6" creationId="{97EA11D5-0E93-F5E1-4FF1-0CC5CA4CACD8}"/>
          </ac:cxnSpMkLst>
        </pc:cxnChg>
      </pc:sldChg>
      <pc:sldChg chg="addSp delSp modSp new mod setBg">
        <pc:chgData name="ahmad matar" userId="4c7aac9de00460d4" providerId="Windows Live" clId="Web-{69B5E9DD-917B-9A67-E41F-4719084506C4}" dt="2025-01-17T15:03:28.868" v="4"/>
        <pc:sldMkLst>
          <pc:docMk/>
          <pc:sldMk cId="472594819" sldId="268"/>
        </pc:sldMkLst>
        <pc:spChg chg="del">
          <ac:chgData name="ahmad matar" userId="4c7aac9de00460d4" providerId="Windows Live" clId="Web-{69B5E9DD-917B-9A67-E41F-4719084506C4}" dt="2025-01-17T15:03:28.868" v="4"/>
          <ac:spMkLst>
            <pc:docMk/>
            <pc:sldMk cId="472594819" sldId="268"/>
            <ac:spMk id="2" creationId="{38708752-A0FC-E9E5-2867-716F94A50EDE}"/>
          </ac:spMkLst>
        </pc:spChg>
        <pc:spChg chg="del">
          <ac:chgData name="ahmad matar" userId="4c7aac9de00460d4" providerId="Windows Live" clId="Web-{69B5E9DD-917B-9A67-E41F-4719084506C4}" dt="2025-01-17T15:03:12.774" v="3"/>
          <ac:spMkLst>
            <pc:docMk/>
            <pc:sldMk cId="472594819" sldId="268"/>
            <ac:spMk id="3" creationId="{1E9A1E77-880B-9A47-795F-B00F1A9D7B8D}"/>
          </ac:spMkLst>
        </pc:spChg>
        <pc:spChg chg="add">
          <ac:chgData name="ahmad matar" userId="4c7aac9de00460d4" providerId="Windows Live" clId="Web-{69B5E9DD-917B-9A67-E41F-4719084506C4}" dt="2025-01-17T15:03:28.868" v="4"/>
          <ac:spMkLst>
            <pc:docMk/>
            <pc:sldMk cId="472594819" sldId="268"/>
            <ac:spMk id="9" creationId="{32BC26D8-82FB-445E-AA49-62A77D7C1EE0}"/>
          </ac:spMkLst>
        </pc:spChg>
        <pc:spChg chg="add">
          <ac:chgData name="ahmad matar" userId="4c7aac9de00460d4" providerId="Windows Live" clId="Web-{69B5E9DD-917B-9A67-E41F-4719084506C4}" dt="2025-01-17T15:03:28.868" v="4"/>
          <ac:spMkLst>
            <pc:docMk/>
            <pc:sldMk cId="472594819" sldId="268"/>
            <ac:spMk id="11" creationId="{CB44330D-EA18-4254-AA95-EB49948539B8}"/>
          </ac:spMkLst>
        </pc:spChg>
        <pc:picChg chg="add mod ord">
          <ac:chgData name="ahmad matar" userId="4c7aac9de00460d4" providerId="Windows Live" clId="Web-{69B5E9DD-917B-9A67-E41F-4719084506C4}" dt="2025-01-17T15:03:28.868" v="4"/>
          <ac:picMkLst>
            <pc:docMk/>
            <pc:sldMk cId="472594819" sldId="268"/>
            <ac:picMk id="4" creationId="{2359E65A-4BED-8D3B-8AFC-81F4F6624FB5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7T15:08:20.193" v="75" actId="20577"/>
        <pc:sldMkLst>
          <pc:docMk/>
          <pc:sldMk cId="856785884" sldId="269"/>
        </pc:sldMkLst>
        <pc:spChg chg="mod">
          <ac:chgData name="ahmad matar" userId="4c7aac9de00460d4" providerId="Windows Live" clId="Web-{69B5E9DD-917B-9A67-E41F-4719084506C4}" dt="2025-01-17T15:08:20.193" v="75" actId="20577"/>
          <ac:spMkLst>
            <pc:docMk/>
            <pc:sldMk cId="856785884" sldId="269"/>
            <ac:spMk id="2" creationId="{9FB95099-5F3F-568B-4694-70D933E08228}"/>
          </ac:spMkLst>
        </pc:spChg>
        <pc:spChg chg="del">
          <ac:chgData name="ahmad matar" userId="4c7aac9de00460d4" providerId="Windows Live" clId="Web-{69B5E9DD-917B-9A67-E41F-4719084506C4}" dt="2025-01-17T15:03:57.885" v="6"/>
          <ac:spMkLst>
            <pc:docMk/>
            <pc:sldMk cId="856785884" sldId="269"/>
            <ac:spMk id="3" creationId="{C1B3FD86-5A80-7AD0-97E2-8A212EB67AED}"/>
          </ac:spMkLst>
        </pc:spChg>
        <pc:spChg chg="add del">
          <ac:chgData name="ahmad matar" userId="4c7aac9de00460d4" providerId="Windows Live" clId="Web-{69B5E9DD-917B-9A67-E41F-4719084506C4}" dt="2025-01-17T15:04:51.434" v="34"/>
          <ac:spMkLst>
            <pc:docMk/>
            <pc:sldMk cId="856785884" sldId="269"/>
            <ac:spMk id="8" creationId="{2D511C03-BC0D-62CA-CC7D-ADCBDD434FCF}"/>
          </ac:spMkLst>
        </pc:spChg>
        <pc:spChg chg="add">
          <ac:chgData name="ahmad matar" userId="4c7aac9de00460d4" providerId="Windows Live" clId="Web-{69B5E9DD-917B-9A67-E41F-4719084506C4}" dt="2025-01-17T15:04:51.450" v="35"/>
          <ac:spMkLst>
            <pc:docMk/>
            <pc:sldMk cId="856785884" sldId="269"/>
            <ac:spMk id="9" creationId="{6753252F-4873-4F63-801D-CC719279A7D5}"/>
          </ac:spMkLst>
        </pc:spChg>
        <pc:spChg chg="add">
          <ac:chgData name="ahmad matar" userId="4c7aac9de00460d4" providerId="Windows Live" clId="Web-{69B5E9DD-917B-9A67-E41F-4719084506C4}" dt="2025-01-17T15:04:51.450" v="35"/>
          <ac:spMkLst>
            <pc:docMk/>
            <pc:sldMk cId="856785884" sldId="269"/>
            <ac:spMk id="15" creationId="{047C8CCB-F95D-4249-92DD-651249D3535A}"/>
          </ac:spMkLst>
        </pc:spChg>
        <pc:grpChg chg="add del">
          <ac:chgData name="ahmad matar" userId="4c7aac9de00460d4" providerId="Windows Live" clId="Web-{69B5E9DD-917B-9A67-E41F-4719084506C4}" dt="2025-01-17T15:04:51.434" v="34"/>
          <ac:grpSpMkLst>
            <pc:docMk/>
            <pc:sldMk cId="856785884" sldId="269"/>
            <ac:grpSpMk id="11" creationId="{6258F736-B256-8039-9DC6-F4E49A5C5AD5}"/>
          </ac:grpSpMkLst>
        </pc:grpChg>
        <pc:picChg chg="add mod ord">
          <ac:chgData name="ahmad matar" userId="4c7aac9de00460d4" providerId="Windows Live" clId="Web-{69B5E9DD-917B-9A67-E41F-4719084506C4}" dt="2025-01-17T15:04:51.450" v="35"/>
          <ac:picMkLst>
            <pc:docMk/>
            <pc:sldMk cId="856785884" sldId="269"/>
            <ac:picMk id="4" creationId="{998F7B46-692C-4F17-B928-C082A90789B5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7T15:05:39.483" v="48"/>
        <pc:sldMkLst>
          <pc:docMk/>
          <pc:sldMk cId="3157014558" sldId="270"/>
        </pc:sldMkLst>
        <pc:spChg chg="mod">
          <ac:chgData name="ahmad matar" userId="4c7aac9de00460d4" providerId="Windows Live" clId="Web-{69B5E9DD-917B-9A67-E41F-4719084506C4}" dt="2025-01-17T15:05:39.483" v="48"/>
          <ac:spMkLst>
            <pc:docMk/>
            <pc:sldMk cId="3157014558" sldId="270"/>
            <ac:spMk id="2" creationId="{D8FFF22B-4B9A-9B67-F45E-4E0245F5754C}"/>
          </ac:spMkLst>
        </pc:spChg>
        <pc:spChg chg="del">
          <ac:chgData name="ahmad matar" userId="4c7aac9de00460d4" providerId="Windows Live" clId="Web-{69B5E9DD-917B-9A67-E41F-4719084506C4}" dt="2025-01-17T15:05:13.889" v="37"/>
          <ac:spMkLst>
            <pc:docMk/>
            <pc:sldMk cId="3157014558" sldId="270"/>
            <ac:spMk id="3" creationId="{8CC644F0-12AE-44B6-8D5D-CC49F4B2DBD3}"/>
          </ac:spMkLst>
        </pc:spChg>
        <pc:spChg chg="add">
          <ac:chgData name="ahmad matar" userId="4c7aac9de00460d4" providerId="Windows Live" clId="Web-{69B5E9DD-917B-9A67-E41F-4719084506C4}" dt="2025-01-17T15:05:39.483" v="48"/>
          <ac:spMkLst>
            <pc:docMk/>
            <pc:sldMk cId="3157014558" sldId="270"/>
            <ac:spMk id="9" creationId="{6753252F-4873-4F63-801D-CC719279A7D5}"/>
          </ac:spMkLst>
        </pc:spChg>
        <pc:spChg chg="add">
          <ac:chgData name="ahmad matar" userId="4c7aac9de00460d4" providerId="Windows Live" clId="Web-{69B5E9DD-917B-9A67-E41F-4719084506C4}" dt="2025-01-17T15:05:39.483" v="48"/>
          <ac:spMkLst>
            <pc:docMk/>
            <pc:sldMk cId="3157014558" sldId="270"/>
            <ac:spMk id="11" creationId="{047C8CCB-F95D-4249-92DD-651249D3535A}"/>
          </ac:spMkLst>
        </pc:spChg>
        <pc:picChg chg="add mod ord">
          <ac:chgData name="ahmad matar" userId="4c7aac9de00460d4" providerId="Windows Live" clId="Web-{69B5E9DD-917B-9A67-E41F-4719084506C4}" dt="2025-01-17T15:05:39.483" v="48"/>
          <ac:picMkLst>
            <pc:docMk/>
            <pc:sldMk cId="3157014558" sldId="270"/>
            <ac:picMk id="4" creationId="{CF901C6D-C9BE-C223-AAB7-2F6CDEE800BE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7T15:08:07.630" v="72" actId="20577"/>
        <pc:sldMkLst>
          <pc:docMk/>
          <pc:sldMk cId="3267035918" sldId="271"/>
        </pc:sldMkLst>
        <pc:spChg chg="mod">
          <ac:chgData name="ahmad matar" userId="4c7aac9de00460d4" providerId="Windows Live" clId="Web-{69B5E9DD-917B-9A67-E41F-4719084506C4}" dt="2025-01-17T15:08:07.630" v="72" actId="20577"/>
          <ac:spMkLst>
            <pc:docMk/>
            <pc:sldMk cId="3267035918" sldId="271"/>
            <ac:spMk id="2" creationId="{242BEB8C-8A94-0D5B-9F93-FD817766E24E}"/>
          </ac:spMkLst>
        </pc:spChg>
        <pc:spChg chg="del">
          <ac:chgData name="ahmad matar" userId="4c7aac9de00460d4" providerId="Windows Live" clId="Web-{69B5E9DD-917B-9A67-E41F-4719084506C4}" dt="2025-01-17T15:07:35.660" v="51"/>
          <ac:spMkLst>
            <pc:docMk/>
            <pc:sldMk cId="3267035918" sldId="271"/>
            <ac:spMk id="3" creationId="{254DF1F3-D041-FE44-B51E-B67B7C50C334}"/>
          </ac:spMkLst>
        </pc:spChg>
        <pc:spChg chg="add">
          <ac:chgData name="ahmad matar" userId="4c7aac9de00460d4" providerId="Windows Live" clId="Web-{69B5E9DD-917B-9A67-E41F-4719084506C4}" dt="2025-01-17T15:07:46.489" v="56"/>
          <ac:spMkLst>
            <pc:docMk/>
            <pc:sldMk cId="3267035918" sldId="271"/>
            <ac:spMk id="9" creationId="{6753252F-4873-4F63-801D-CC719279A7D5}"/>
          </ac:spMkLst>
        </pc:spChg>
        <pc:spChg chg="add">
          <ac:chgData name="ahmad matar" userId="4c7aac9de00460d4" providerId="Windows Live" clId="Web-{69B5E9DD-917B-9A67-E41F-4719084506C4}" dt="2025-01-17T15:07:46.489" v="56"/>
          <ac:spMkLst>
            <pc:docMk/>
            <pc:sldMk cId="3267035918" sldId="271"/>
            <ac:spMk id="11" creationId="{047C8CCB-F95D-4249-92DD-651249D3535A}"/>
          </ac:spMkLst>
        </pc:spChg>
        <pc:picChg chg="add mod ord">
          <ac:chgData name="ahmad matar" userId="4c7aac9de00460d4" providerId="Windows Live" clId="Web-{69B5E9DD-917B-9A67-E41F-4719084506C4}" dt="2025-01-17T15:07:46.489" v="56"/>
          <ac:picMkLst>
            <pc:docMk/>
            <pc:sldMk cId="3267035918" sldId="271"/>
            <ac:picMk id="4" creationId="{7B9027AC-D487-B753-1A77-9FCB9416A6A1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7T23:59:41.768" v="303" actId="14100"/>
        <pc:sldMkLst>
          <pc:docMk/>
          <pc:sldMk cId="2698484027" sldId="272"/>
        </pc:sldMkLst>
        <pc:spChg chg="mod">
          <ac:chgData name="ahmad matar" userId="4c7aac9de00460d4" providerId="Windows Live" clId="Web-{69B5E9DD-917B-9A67-E41F-4719084506C4}" dt="2025-01-17T15:09:18.477" v="89"/>
          <ac:spMkLst>
            <pc:docMk/>
            <pc:sldMk cId="2698484027" sldId="272"/>
            <ac:spMk id="2" creationId="{8CC70C93-BBA3-21B4-F53F-3EF08990DA19}"/>
          </ac:spMkLst>
        </pc:spChg>
        <pc:spChg chg="del">
          <ac:chgData name="ahmad matar" userId="4c7aac9de00460d4" providerId="Windows Live" clId="Web-{69B5E9DD-917B-9A67-E41F-4719084506C4}" dt="2025-01-17T15:08:52.414" v="77"/>
          <ac:spMkLst>
            <pc:docMk/>
            <pc:sldMk cId="2698484027" sldId="272"/>
            <ac:spMk id="3" creationId="{F8CCE2EE-7BD1-DE1D-5658-CABC349B245C}"/>
          </ac:spMkLst>
        </pc:spChg>
        <pc:spChg chg="add del mod">
          <ac:chgData name="ahmad matar" userId="4c7aac9de00460d4" providerId="Windows Live" clId="Web-{69B5E9DD-917B-9A67-E41F-4719084506C4}" dt="2025-01-17T15:09:25.415" v="91"/>
          <ac:spMkLst>
            <pc:docMk/>
            <pc:sldMk cId="2698484027" sldId="272"/>
            <ac:spMk id="6" creationId="{60731457-5BF0-EF2D-7FAD-43BDA066CD29}"/>
          </ac:spMkLst>
        </pc:spChg>
        <pc:spChg chg="add del">
          <ac:chgData name="ahmad matar" userId="4c7aac9de00460d4" providerId="Windows Live" clId="Web-{69B5E9DD-917B-9A67-E41F-4719084506C4}" dt="2025-01-17T15:09:18.477" v="89"/>
          <ac:spMkLst>
            <pc:docMk/>
            <pc:sldMk cId="2698484027" sldId="272"/>
            <ac:spMk id="9" creationId="{BEE73255-8084-4DF9-BB0B-15EAC92E2CB9}"/>
          </ac:spMkLst>
        </pc:spChg>
        <pc:spChg chg="add del">
          <ac:chgData name="ahmad matar" userId="4c7aac9de00460d4" providerId="Windows Live" clId="Web-{69B5E9DD-917B-9A67-E41F-4719084506C4}" dt="2025-01-17T15:09:18.477" v="89"/>
          <ac:spMkLst>
            <pc:docMk/>
            <pc:sldMk cId="2698484027" sldId="272"/>
            <ac:spMk id="11" creationId="{67048353-8981-459A-9BC6-9711CE462E06}"/>
          </ac:spMkLst>
        </pc:spChg>
        <pc:spChg chg="add">
          <ac:chgData name="ahmad matar" userId="4c7aac9de00460d4" providerId="Windows Live" clId="Web-{69B5E9DD-917B-9A67-E41F-4719084506C4}" dt="2025-01-17T15:09:18.477" v="89"/>
          <ac:spMkLst>
            <pc:docMk/>
            <pc:sldMk cId="2698484027" sldId="272"/>
            <ac:spMk id="16" creationId="{6753252F-4873-4F63-801D-CC719279A7D5}"/>
          </ac:spMkLst>
        </pc:spChg>
        <pc:spChg chg="add">
          <ac:chgData name="ahmad matar" userId="4c7aac9de00460d4" providerId="Windows Live" clId="Web-{69B5E9DD-917B-9A67-E41F-4719084506C4}" dt="2025-01-17T15:09:18.477" v="89"/>
          <ac:spMkLst>
            <pc:docMk/>
            <pc:sldMk cId="2698484027" sldId="272"/>
            <ac:spMk id="18" creationId="{047C8CCB-F95D-4249-92DD-651249D3535A}"/>
          </ac:spMkLst>
        </pc:spChg>
        <pc:picChg chg="add del mod ord">
          <ac:chgData name="ahmad matar" userId="4c7aac9de00460d4" providerId="Windows Live" clId="Web-{69B5E9DD-917B-9A67-E41F-4719084506C4}" dt="2025-01-17T15:09:23.071" v="90"/>
          <ac:picMkLst>
            <pc:docMk/>
            <pc:sldMk cId="2698484027" sldId="272"/>
            <ac:picMk id="4" creationId="{A1E11223-48EA-6CE9-6183-DD5FE079BF22}"/>
          </ac:picMkLst>
        </pc:picChg>
        <pc:picChg chg="add mod ord">
          <ac:chgData name="ahmad matar" userId="4c7aac9de00460d4" providerId="Windows Live" clId="Web-{69B5E9DD-917B-9A67-E41F-4719084506C4}" dt="2025-01-17T23:59:41.768" v="303" actId="14100"/>
          <ac:picMkLst>
            <pc:docMk/>
            <pc:sldMk cId="2698484027" sldId="272"/>
            <ac:picMk id="7" creationId="{4B85A50F-61C8-9179-DC8A-991D54F13FB7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0:27:29.098" v="585" actId="1076"/>
        <pc:sldMkLst>
          <pc:docMk/>
          <pc:sldMk cId="3571974038" sldId="273"/>
        </pc:sldMkLst>
        <pc:spChg chg="mod">
          <ac:chgData name="ahmad matar" userId="4c7aac9de00460d4" providerId="Windows Live" clId="Web-{69B5E9DD-917B-9A67-E41F-4719084506C4}" dt="2025-01-18T00:27:29.098" v="585" actId="1076"/>
          <ac:spMkLst>
            <pc:docMk/>
            <pc:sldMk cId="3571974038" sldId="273"/>
            <ac:spMk id="2" creationId="{6C646E7F-4FBF-FCB2-6B5C-AB6C40CC02E9}"/>
          </ac:spMkLst>
        </pc:spChg>
        <pc:spChg chg="del">
          <ac:chgData name="ahmad matar" userId="4c7aac9de00460d4" providerId="Windows Live" clId="Web-{69B5E9DD-917B-9A67-E41F-4719084506C4}" dt="2025-01-17T15:10:00.713" v="96"/>
          <ac:spMkLst>
            <pc:docMk/>
            <pc:sldMk cId="3571974038" sldId="273"/>
            <ac:spMk id="3" creationId="{A377D187-C487-B8E2-45AF-9BB8929BB5D2}"/>
          </ac:spMkLst>
        </pc:spChg>
        <pc:spChg chg="add del">
          <ac:chgData name="ahmad matar" userId="4c7aac9de00460d4" providerId="Windows Live" clId="Web-{69B5E9DD-917B-9A67-E41F-4719084506C4}" dt="2025-01-17T15:10:27.965" v="103"/>
          <ac:spMkLst>
            <pc:docMk/>
            <pc:sldMk cId="3571974038" sldId="273"/>
            <ac:spMk id="8" creationId="{627181B0-1842-1C3B-2B6F-2A61AEC54CD8}"/>
          </ac:spMkLst>
        </pc:spChg>
        <pc:spChg chg="add del">
          <ac:chgData name="ahmad matar" userId="4c7aac9de00460d4" providerId="Windows Live" clId="Web-{69B5E9DD-917B-9A67-E41F-4719084506C4}" dt="2025-01-17T15:10:33.449" v="104"/>
          <ac:spMkLst>
            <pc:docMk/>
            <pc:sldMk cId="3571974038" sldId="273"/>
            <ac:spMk id="11" creationId="{327D73B4-9F5C-4A64-A179-51B9500CB8B5}"/>
          </ac:spMkLst>
        </pc:spChg>
        <pc:spChg chg="add del">
          <ac:chgData name="ahmad matar" userId="4c7aac9de00460d4" providerId="Windows Live" clId="Web-{69B5E9DD-917B-9A67-E41F-4719084506C4}" dt="2025-01-17T15:10:33.449" v="104"/>
          <ac:spMkLst>
            <pc:docMk/>
            <pc:sldMk cId="3571974038" sldId="273"/>
            <ac:spMk id="13" creationId="{C1F06963-6374-4B48-844F-071A9BAAAE02}"/>
          </ac:spMkLst>
        </pc:spChg>
        <pc:spChg chg="add del">
          <ac:chgData name="ahmad matar" userId="4c7aac9de00460d4" providerId="Windows Live" clId="Web-{69B5E9DD-917B-9A67-E41F-4719084506C4}" dt="2025-01-17T15:10:33.449" v="104"/>
          <ac:spMkLst>
            <pc:docMk/>
            <pc:sldMk cId="3571974038" sldId="273"/>
            <ac:spMk id="15" creationId="{6CB927A4-E432-4310-9CD5-E89FF5063179}"/>
          </ac:spMkLst>
        </pc:spChg>
        <pc:spChg chg="add del">
          <ac:chgData name="ahmad matar" userId="4c7aac9de00460d4" providerId="Windows Live" clId="Web-{69B5E9DD-917B-9A67-E41F-4719084506C4}" dt="2025-01-17T15:10:33.449" v="104"/>
          <ac:spMkLst>
            <pc:docMk/>
            <pc:sldMk cId="3571974038" sldId="273"/>
            <ac:spMk id="17" creationId="{1453BF6C-B012-48B7-B4E8-6D7AC7C27D02}"/>
          </ac:spMkLst>
        </pc:spChg>
        <pc:spChg chg="add del">
          <ac:chgData name="ahmad matar" userId="4c7aac9de00460d4" providerId="Windows Live" clId="Web-{69B5E9DD-917B-9A67-E41F-4719084506C4}" dt="2025-01-17T15:10:33.449" v="104"/>
          <ac:spMkLst>
            <pc:docMk/>
            <pc:sldMk cId="3571974038" sldId="273"/>
            <ac:spMk id="19" creationId="{E3020543-B24B-4EC4-8FFC-8DD88EEA91A8}"/>
          </ac:spMkLst>
        </pc:spChg>
        <pc:spChg chg="add del">
          <ac:chgData name="ahmad matar" userId="4c7aac9de00460d4" providerId="Windows Live" clId="Web-{69B5E9DD-917B-9A67-E41F-4719084506C4}" dt="2025-01-17T15:10:50.966" v="107"/>
          <ac:spMkLst>
            <pc:docMk/>
            <pc:sldMk cId="3571974038" sldId="273"/>
            <ac:spMk id="26" creationId="{8D0D6D3E-D7F9-4591-9CA9-DDF4DB1F73DA}"/>
          </ac:spMkLst>
        </pc:spChg>
        <pc:spChg chg="add del">
          <ac:chgData name="ahmad matar" userId="4c7aac9de00460d4" providerId="Windows Live" clId="Web-{69B5E9DD-917B-9A67-E41F-4719084506C4}" dt="2025-01-17T15:10:50.966" v="107"/>
          <ac:spMkLst>
            <pc:docMk/>
            <pc:sldMk cId="3571974038" sldId="273"/>
            <ac:spMk id="28" creationId="{C4C9F2B0-1044-46EB-8AEB-C3BFFDE6C2CC}"/>
          </ac:spMkLst>
        </pc:spChg>
        <pc:spChg chg="add del">
          <ac:chgData name="ahmad matar" userId="4c7aac9de00460d4" providerId="Windows Live" clId="Web-{69B5E9DD-917B-9A67-E41F-4719084506C4}" dt="2025-01-17T15:10:50.966" v="107"/>
          <ac:spMkLst>
            <pc:docMk/>
            <pc:sldMk cId="3571974038" sldId="273"/>
            <ac:spMk id="30" creationId="{D28B54C3-B57B-472A-B96E-1FCB67093DC2}"/>
          </ac:spMkLst>
        </pc:spChg>
        <pc:spChg chg="add del">
          <ac:chgData name="ahmad matar" userId="4c7aac9de00460d4" providerId="Windows Live" clId="Web-{69B5E9DD-917B-9A67-E41F-4719084506C4}" dt="2025-01-17T15:10:50.966" v="107"/>
          <ac:spMkLst>
            <pc:docMk/>
            <pc:sldMk cId="3571974038" sldId="273"/>
            <ac:spMk id="32" creationId="{7DB3C429-F8DA-49B9-AF84-21996FCF78B5}"/>
          </ac:spMkLst>
        </pc:spChg>
        <pc:spChg chg="add">
          <ac:chgData name="ahmad matar" userId="4c7aac9de00460d4" providerId="Windows Live" clId="Web-{69B5E9DD-917B-9A67-E41F-4719084506C4}" dt="2025-01-17T15:10:50.966" v="107"/>
          <ac:spMkLst>
            <pc:docMk/>
            <pc:sldMk cId="3571974038" sldId="273"/>
            <ac:spMk id="37" creationId="{8D0D6D3E-D7F9-4591-9CA9-DDF4DB1F73DA}"/>
          </ac:spMkLst>
        </pc:spChg>
        <pc:spChg chg="add">
          <ac:chgData name="ahmad matar" userId="4c7aac9de00460d4" providerId="Windows Live" clId="Web-{69B5E9DD-917B-9A67-E41F-4719084506C4}" dt="2025-01-17T15:10:50.966" v="107"/>
          <ac:spMkLst>
            <pc:docMk/>
            <pc:sldMk cId="3571974038" sldId="273"/>
            <ac:spMk id="39" creationId="{C4C9F2B0-1044-46EB-8AEB-C3BFFDE6C2CC}"/>
          </ac:spMkLst>
        </pc:spChg>
        <pc:spChg chg="add">
          <ac:chgData name="ahmad matar" userId="4c7aac9de00460d4" providerId="Windows Live" clId="Web-{69B5E9DD-917B-9A67-E41F-4719084506C4}" dt="2025-01-17T15:10:50.966" v="107"/>
          <ac:spMkLst>
            <pc:docMk/>
            <pc:sldMk cId="3571974038" sldId="273"/>
            <ac:spMk id="41" creationId="{D28B54C3-B57B-472A-B96E-1FCB67093DC2}"/>
          </ac:spMkLst>
        </pc:spChg>
        <pc:spChg chg="add">
          <ac:chgData name="ahmad matar" userId="4c7aac9de00460d4" providerId="Windows Live" clId="Web-{69B5E9DD-917B-9A67-E41F-4719084506C4}" dt="2025-01-17T15:10:50.966" v="107"/>
          <ac:spMkLst>
            <pc:docMk/>
            <pc:sldMk cId="3571974038" sldId="273"/>
            <ac:spMk id="43" creationId="{7DB3C429-F8DA-49B9-AF84-21996FCF78B5}"/>
          </ac:spMkLst>
        </pc:spChg>
        <pc:picChg chg="add mod ord">
          <ac:chgData name="ahmad matar" userId="4c7aac9de00460d4" providerId="Windows Live" clId="Web-{69B5E9DD-917B-9A67-E41F-4719084506C4}" dt="2025-01-17T15:10:24.355" v="102"/>
          <ac:picMkLst>
            <pc:docMk/>
            <pc:sldMk cId="3571974038" sldId="273"/>
            <ac:picMk id="4" creationId="{15869262-7FE5-1BF6-9DB9-72FD27E2A4F5}"/>
          </ac:picMkLst>
        </pc:picChg>
        <pc:cxnChg chg="add">
          <ac:chgData name="ahmad matar" userId="4c7aac9de00460d4" providerId="Windows Live" clId="Web-{69B5E9DD-917B-9A67-E41F-4719084506C4}" dt="2025-01-17T15:10:24.355" v="102"/>
          <ac:cxnSpMkLst>
            <pc:docMk/>
            <pc:sldMk cId="3571974038" sldId="273"/>
            <ac:cxnSpMk id="21" creationId="{C49DA8F6-BCC1-4447-B54C-57856834B94B}"/>
          </ac:cxnSpMkLst>
        </pc:cxnChg>
      </pc:sldChg>
      <pc:sldChg chg="new del">
        <pc:chgData name="ahmad matar" userId="4c7aac9de00460d4" providerId="Windows Live" clId="Web-{69B5E9DD-917B-9A67-E41F-4719084506C4}" dt="2025-01-17T15:15:08.852" v="135"/>
        <pc:sldMkLst>
          <pc:docMk/>
          <pc:sldMk cId="2354969044" sldId="274"/>
        </pc:sldMkLst>
      </pc:sldChg>
      <pc:sldChg chg="addSp delSp modSp new mod setBg">
        <pc:chgData name="ahmad matar" userId="4c7aac9de00460d4" providerId="Windows Live" clId="Web-{69B5E9DD-917B-9A67-E41F-4719084506C4}" dt="2025-01-17T15:14:22.787" v="134"/>
        <pc:sldMkLst>
          <pc:docMk/>
          <pc:sldMk cId="2749836763" sldId="275"/>
        </pc:sldMkLst>
        <pc:spChg chg="mod">
          <ac:chgData name="ahmad matar" userId="4c7aac9de00460d4" providerId="Windows Live" clId="Web-{69B5E9DD-917B-9A67-E41F-4719084506C4}" dt="2025-01-17T15:14:22.787" v="134"/>
          <ac:spMkLst>
            <pc:docMk/>
            <pc:sldMk cId="2749836763" sldId="275"/>
            <ac:spMk id="2" creationId="{126CDEFE-DB37-00EB-651E-2773F4B9005F}"/>
          </ac:spMkLst>
        </pc:spChg>
        <pc:spChg chg="del">
          <ac:chgData name="ahmad matar" userId="4c7aac9de00460d4" providerId="Windows Live" clId="Web-{69B5E9DD-917B-9A67-E41F-4719084506C4}" dt="2025-01-17T15:13:38.051" v="110"/>
          <ac:spMkLst>
            <pc:docMk/>
            <pc:sldMk cId="2749836763" sldId="275"/>
            <ac:spMk id="3" creationId="{E7581E2E-0372-96DA-4B5C-672E9D2EE5AF}"/>
          </ac:spMkLst>
        </pc:spChg>
        <pc:spChg chg="add">
          <ac:chgData name="ahmad matar" userId="4c7aac9de00460d4" providerId="Windows Live" clId="Web-{69B5E9DD-917B-9A67-E41F-4719084506C4}" dt="2025-01-17T15:14:22.787" v="134"/>
          <ac:spMkLst>
            <pc:docMk/>
            <pc:sldMk cId="2749836763" sldId="275"/>
            <ac:spMk id="9" creationId="{6753252F-4873-4F63-801D-CC719279A7D5}"/>
          </ac:spMkLst>
        </pc:spChg>
        <pc:spChg chg="add">
          <ac:chgData name="ahmad matar" userId="4c7aac9de00460d4" providerId="Windows Live" clId="Web-{69B5E9DD-917B-9A67-E41F-4719084506C4}" dt="2025-01-17T15:14:22.787" v="134"/>
          <ac:spMkLst>
            <pc:docMk/>
            <pc:sldMk cId="2749836763" sldId="275"/>
            <ac:spMk id="11" creationId="{047C8CCB-F95D-4249-92DD-651249D3535A}"/>
          </ac:spMkLst>
        </pc:spChg>
        <pc:picChg chg="add mod ord">
          <ac:chgData name="ahmad matar" userId="4c7aac9de00460d4" providerId="Windows Live" clId="Web-{69B5E9DD-917B-9A67-E41F-4719084506C4}" dt="2025-01-17T15:14:22.787" v="134"/>
          <ac:picMkLst>
            <pc:docMk/>
            <pc:sldMk cId="2749836763" sldId="275"/>
            <ac:picMk id="4" creationId="{519EFE39-3CDB-A166-54C5-6A3DFF0208B4}"/>
          </ac:picMkLst>
        </pc:picChg>
      </pc:sldChg>
      <pc:sldChg chg="addSp delSp modSp new mod setBg setClrOvrMap">
        <pc:chgData name="ahmad matar" userId="4c7aac9de00460d4" providerId="Windows Live" clId="Web-{69B5E9DD-917B-9A67-E41F-4719084506C4}" dt="2025-01-18T00:03:51.430" v="330"/>
        <pc:sldMkLst>
          <pc:docMk/>
          <pc:sldMk cId="3064320297" sldId="276"/>
        </pc:sldMkLst>
        <pc:spChg chg="mod">
          <ac:chgData name="ahmad matar" userId="4c7aac9de00460d4" providerId="Windows Live" clId="Web-{69B5E9DD-917B-9A67-E41F-4719084506C4}" dt="2025-01-18T00:03:51.430" v="330"/>
          <ac:spMkLst>
            <pc:docMk/>
            <pc:sldMk cId="3064320297" sldId="276"/>
            <ac:spMk id="2" creationId="{48394766-77F5-75DC-BBDE-BA80DD697673}"/>
          </ac:spMkLst>
        </pc:spChg>
        <pc:spChg chg="del mod">
          <ac:chgData name="ahmad matar" userId="4c7aac9de00460d4" providerId="Windows Live" clId="Web-{69B5E9DD-917B-9A67-E41F-4719084506C4}" dt="2025-01-18T00:02:52.413" v="322"/>
          <ac:spMkLst>
            <pc:docMk/>
            <pc:sldMk cId="3064320297" sldId="276"/>
            <ac:spMk id="3" creationId="{6E2B28B7-FF6B-63D3-89B8-12285AB34969}"/>
          </ac:spMkLst>
        </pc:spChg>
        <pc:spChg chg="add del">
          <ac:chgData name="ahmad matar" userId="4c7aac9de00460d4" providerId="Windows Live" clId="Web-{69B5E9DD-917B-9A67-E41F-4719084506C4}" dt="2025-01-18T00:03:39.227" v="328"/>
          <ac:spMkLst>
            <pc:docMk/>
            <pc:sldMk cId="3064320297" sldId="276"/>
            <ac:spMk id="9" creationId="{E0AE394F-AFF1-4485-AF1F-7387A2F041AA}"/>
          </ac:spMkLst>
        </pc:spChg>
        <pc:spChg chg="add del">
          <ac:chgData name="ahmad matar" userId="4c7aac9de00460d4" providerId="Windows Live" clId="Web-{69B5E9DD-917B-9A67-E41F-4719084506C4}" dt="2025-01-18T00:03:39.227" v="328"/>
          <ac:spMkLst>
            <pc:docMk/>
            <pc:sldMk cId="3064320297" sldId="276"/>
            <ac:spMk id="11" creationId="{5683D043-25BB-4AC9-8130-641179672614}"/>
          </ac:spMkLst>
        </pc:spChg>
        <pc:spChg chg="add del">
          <ac:chgData name="ahmad matar" userId="4c7aac9de00460d4" providerId="Windows Live" clId="Web-{69B5E9DD-917B-9A67-E41F-4719084506C4}" dt="2025-01-18T00:03:39.227" v="328"/>
          <ac:spMkLst>
            <pc:docMk/>
            <pc:sldMk cId="3064320297" sldId="276"/>
            <ac:spMk id="13" creationId="{AA61CCAC-6875-474C-8E9E-F57ABF078C2B}"/>
          </ac:spMkLst>
        </pc:spChg>
        <pc:spChg chg="add del">
          <ac:chgData name="ahmad matar" userId="4c7aac9de00460d4" providerId="Windows Live" clId="Web-{69B5E9DD-917B-9A67-E41F-4719084506C4}" dt="2025-01-18T00:03:51.430" v="330"/>
          <ac:spMkLst>
            <pc:docMk/>
            <pc:sldMk cId="3064320297" sldId="276"/>
            <ac:spMk id="18" creationId="{E91DC736-0EF8-4F87-9146-EBF1D2EE4D3D}"/>
          </ac:spMkLst>
        </pc:spChg>
        <pc:spChg chg="add del">
          <ac:chgData name="ahmad matar" userId="4c7aac9de00460d4" providerId="Windows Live" clId="Web-{69B5E9DD-917B-9A67-E41F-4719084506C4}" dt="2025-01-18T00:03:51.430" v="330"/>
          <ac:spMkLst>
            <pc:docMk/>
            <pc:sldMk cId="3064320297" sldId="276"/>
            <ac:spMk id="20" creationId="{097CD68E-23E3-4007-8847-CD0944C4F7BE}"/>
          </ac:spMkLst>
        </pc:spChg>
        <pc:spChg chg="add del">
          <ac:chgData name="ahmad matar" userId="4c7aac9de00460d4" providerId="Windows Live" clId="Web-{69B5E9DD-917B-9A67-E41F-4719084506C4}" dt="2025-01-18T00:03:51.430" v="330"/>
          <ac:spMkLst>
            <pc:docMk/>
            <pc:sldMk cId="3064320297" sldId="276"/>
            <ac:spMk id="22" creationId="{AF2F604E-43BE-4DC3-B983-E071523364F8}"/>
          </ac:spMkLst>
        </pc:spChg>
        <pc:spChg chg="add del">
          <ac:chgData name="ahmad matar" userId="4c7aac9de00460d4" providerId="Windows Live" clId="Web-{69B5E9DD-917B-9A67-E41F-4719084506C4}" dt="2025-01-18T00:03:51.430" v="330"/>
          <ac:spMkLst>
            <pc:docMk/>
            <pc:sldMk cId="3064320297" sldId="276"/>
            <ac:spMk id="24" creationId="{08C9B587-E65E-4B52-B37C-ABEBB6E87928}"/>
          </ac:spMkLst>
        </pc:spChg>
        <pc:picChg chg="add mod">
          <ac:chgData name="ahmad matar" userId="4c7aac9de00460d4" providerId="Windows Live" clId="Web-{69B5E9DD-917B-9A67-E41F-4719084506C4}" dt="2025-01-18T00:03:51.430" v="330"/>
          <ac:picMkLst>
            <pc:docMk/>
            <pc:sldMk cId="3064320297" sldId="276"/>
            <ac:picMk id="5" creationId="{D7F51B35-5517-4DD0-2979-028D23F18C59}"/>
          </ac:picMkLst>
        </pc:picChg>
      </pc:sldChg>
      <pc:sldChg chg="new del">
        <pc:chgData name="ahmad matar" userId="4c7aac9de00460d4" providerId="Windows Live" clId="Web-{69B5E9DD-917B-9A67-E41F-4719084506C4}" dt="2025-01-17T15:44:07.583" v="253"/>
        <pc:sldMkLst>
          <pc:docMk/>
          <pc:sldMk cId="1161550096" sldId="277"/>
        </pc:sldMkLst>
      </pc:sldChg>
      <pc:sldChg chg="addSp delSp modSp new mod setBg">
        <pc:chgData name="ahmad matar" userId="4c7aac9de00460d4" providerId="Windows Live" clId="Web-{69B5E9DD-917B-9A67-E41F-4719084506C4}" dt="2025-01-17T15:36:49.767" v="228"/>
        <pc:sldMkLst>
          <pc:docMk/>
          <pc:sldMk cId="2582165041" sldId="278"/>
        </pc:sldMkLst>
        <pc:spChg chg="del">
          <ac:chgData name="ahmad matar" userId="4c7aac9de00460d4" providerId="Windows Live" clId="Web-{69B5E9DD-917B-9A67-E41F-4719084506C4}" dt="2025-01-17T15:36:49.767" v="228"/>
          <ac:spMkLst>
            <pc:docMk/>
            <pc:sldMk cId="2582165041" sldId="278"/>
            <ac:spMk id="2" creationId="{4274DD1E-FE6D-6B14-880E-29FEC8D9D6E0}"/>
          </ac:spMkLst>
        </pc:spChg>
        <pc:spChg chg="del">
          <ac:chgData name="ahmad matar" userId="4c7aac9de00460d4" providerId="Windows Live" clId="Web-{69B5E9DD-917B-9A67-E41F-4719084506C4}" dt="2025-01-17T15:36:46.720" v="227"/>
          <ac:spMkLst>
            <pc:docMk/>
            <pc:sldMk cId="2582165041" sldId="278"/>
            <ac:spMk id="3" creationId="{F4F15EC0-6BE4-A033-EF7A-F494C2DA43F9}"/>
          </ac:spMkLst>
        </pc:spChg>
        <pc:spChg chg="add">
          <ac:chgData name="ahmad matar" userId="4c7aac9de00460d4" providerId="Windows Live" clId="Web-{69B5E9DD-917B-9A67-E41F-4719084506C4}" dt="2025-01-17T15:36:49.767" v="228"/>
          <ac:spMkLst>
            <pc:docMk/>
            <pc:sldMk cId="2582165041" sldId="278"/>
            <ac:spMk id="9" creationId="{AB8C311F-7253-4AED-9701-7FC0708C41C7}"/>
          </ac:spMkLst>
        </pc:spChg>
        <pc:spChg chg="add">
          <ac:chgData name="ahmad matar" userId="4c7aac9de00460d4" providerId="Windows Live" clId="Web-{69B5E9DD-917B-9A67-E41F-4719084506C4}" dt="2025-01-17T15:36:49.767" v="228"/>
          <ac:spMkLst>
            <pc:docMk/>
            <pc:sldMk cId="2582165041" sldId="278"/>
            <ac:spMk id="11" creationId="{E2384209-CB15-4CDF-9D31-C44FD9A3F20D}"/>
          </ac:spMkLst>
        </pc:spChg>
        <pc:spChg chg="add">
          <ac:chgData name="ahmad matar" userId="4c7aac9de00460d4" providerId="Windows Live" clId="Web-{69B5E9DD-917B-9A67-E41F-4719084506C4}" dt="2025-01-17T15:36:49.767" v="228"/>
          <ac:spMkLst>
            <pc:docMk/>
            <pc:sldMk cId="2582165041" sldId="278"/>
            <ac:spMk id="13" creationId="{2633B3B5-CC90-43F0-8714-D31D1F3F0209}"/>
          </ac:spMkLst>
        </pc:spChg>
        <pc:spChg chg="add">
          <ac:chgData name="ahmad matar" userId="4c7aac9de00460d4" providerId="Windows Live" clId="Web-{69B5E9DD-917B-9A67-E41F-4719084506C4}" dt="2025-01-17T15:36:49.767" v="228"/>
          <ac:spMkLst>
            <pc:docMk/>
            <pc:sldMk cId="2582165041" sldId="278"/>
            <ac:spMk id="15" creationId="{A8D57A06-A426-446D-B02C-A2DC6B62E45E}"/>
          </ac:spMkLst>
        </pc:spChg>
        <pc:picChg chg="add mod ord">
          <ac:chgData name="ahmad matar" userId="4c7aac9de00460d4" providerId="Windows Live" clId="Web-{69B5E9DD-917B-9A67-E41F-4719084506C4}" dt="2025-01-17T15:36:49.767" v="228"/>
          <ac:picMkLst>
            <pc:docMk/>
            <pc:sldMk cId="2582165041" sldId="278"/>
            <ac:picMk id="4" creationId="{D2C5FCEB-13F9-B08F-B1A7-4BEBF709ACB1}"/>
          </ac:picMkLst>
        </pc:picChg>
      </pc:sldChg>
      <pc:sldChg chg="addSp delSp modSp new mod ord setBg">
        <pc:chgData name="ahmad matar" userId="4c7aac9de00460d4" providerId="Windows Live" clId="Web-{69B5E9DD-917B-9A67-E41F-4719084506C4}" dt="2025-01-17T15:46:40.481" v="260"/>
        <pc:sldMkLst>
          <pc:docMk/>
          <pc:sldMk cId="3347180824" sldId="279"/>
        </pc:sldMkLst>
        <pc:spChg chg="del">
          <ac:chgData name="ahmad matar" userId="4c7aac9de00460d4" providerId="Windows Live" clId="Web-{69B5E9DD-917B-9A67-E41F-4719084506C4}" dt="2025-01-17T15:45:55.197" v="255"/>
          <ac:spMkLst>
            <pc:docMk/>
            <pc:sldMk cId="3347180824" sldId="279"/>
            <ac:spMk id="2" creationId="{17406C88-0AFD-E08F-B1D1-74F4B919FAFF}"/>
          </ac:spMkLst>
        </pc:spChg>
        <pc:spChg chg="del">
          <ac:chgData name="ahmad matar" userId="4c7aac9de00460d4" providerId="Windows Live" clId="Web-{69B5E9DD-917B-9A67-E41F-4719084506C4}" dt="2025-01-17T15:45:52.072" v="254"/>
          <ac:spMkLst>
            <pc:docMk/>
            <pc:sldMk cId="3347180824" sldId="279"/>
            <ac:spMk id="3" creationId="{5DD4F7F1-89DD-53EB-5726-933FF94359D1}"/>
          </ac:spMkLst>
        </pc:spChg>
        <pc:spChg chg="add">
          <ac:chgData name="ahmad matar" userId="4c7aac9de00460d4" providerId="Windows Live" clId="Web-{69B5E9DD-917B-9A67-E41F-4719084506C4}" dt="2025-01-17T15:45:55.197" v="255"/>
          <ac:spMkLst>
            <pc:docMk/>
            <pc:sldMk cId="3347180824" sldId="279"/>
            <ac:spMk id="9" creationId="{AB8C311F-7253-4AED-9701-7FC0708C41C7}"/>
          </ac:spMkLst>
        </pc:spChg>
        <pc:spChg chg="add">
          <ac:chgData name="ahmad matar" userId="4c7aac9de00460d4" providerId="Windows Live" clId="Web-{69B5E9DD-917B-9A67-E41F-4719084506C4}" dt="2025-01-17T15:45:55.197" v="255"/>
          <ac:spMkLst>
            <pc:docMk/>
            <pc:sldMk cId="3347180824" sldId="279"/>
            <ac:spMk id="11" creationId="{E2384209-CB15-4CDF-9D31-C44FD9A3F20D}"/>
          </ac:spMkLst>
        </pc:spChg>
        <pc:spChg chg="add">
          <ac:chgData name="ahmad matar" userId="4c7aac9de00460d4" providerId="Windows Live" clId="Web-{69B5E9DD-917B-9A67-E41F-4719084506C4}" dt="2025-01-17T15:45:55.197" v="255"/>
          <ac:spMkLst>
            <pc:docMk/>
            <pc:sldMk cId="3347180824" sldId="279"/>
            <ac:spMk id="13" creationId="{2633B3B5-CC90-43F0-8714-D31D1F3F0209}"/>
          </ac:spMkLst>
        </pc:spChg>
        <pc:spChg chg="add">
          <ac:chgData name="ahmad matar" userId="4c7aac9de00460d4" providerId="Windows Live" clId="Web-{69B5E9DD-917B-9A67-E41F-4719084506C4}" dt="2025-01-17T15:45:55.197" v="255"/>
          <ac:spMkLst>
            <pc:docMk/>
            <pc:sldMk cId="3347180824" sldId="279"/>
            <ac:spMk id="15" creationId="{A8D57A06-A426-446D-B02C-A2DC6B62E45E}"/>
          </ac:spMkLst>
        </pc:spChg>
        <pc:picChg chg="add mod ord">
          <ac:chgData name="ahmad matar" userId="4c7aac9de00460d4" providerId="Windows Live" clId="Web-{69B5E9DD-917B-9A67-E41F-4719084506C4}" dt="2025-01-17T15:46:15.870" v="259" actId="1076"/>
          <ac:picMkLst>
            <pc:docMk/>
            <pc:sldMk cId="3347180824" sldId="279"/>
            <ac:picMk id="4" creationId="{D8B1AF90-D2F9-4796-2FB1-F144588F5A88}"/>
          </ac:picMkLst>
        </pc:picChg>
      </pc:sldChg>
      <pc:sldChg chg="addSp delSp modSp new mod setBg setClrOvrMap">
        <pc:chgData name="ahmad matar" userId="4c7aac9de00460d4" providerId="Windows Live" clId="Web-{69B5E9DD-917B-9A67-E41F-4719084506C4}" dt="2025-01-17T15:43:53.832" v="252" actId="14100"/>
        <pc:sldMkLst>
          <pc:docMk/>
          <pc:sldMk cId="492536484" sldId="280"/>
        </pc:sldMkLst>
        <pc:spChg chg="mod">
          <ac:chgData name="ahmad matar" userId="4c7aac9de00460d4" providerId="Windows Live" clId="Web-{69B5E9DD-917B-9A67-E41F-4719084506C4}" dt="2025-01-17T15:43:44.472" v="251"/>
          <ac:spMkLst>
            <pc:docMk/>
            <pc:sldMk cId="492536484" sldId="280"/>
            <ac:spMk id="2" creationId="{C4D24434-33FE-8009-8EB7-D19552E11407}"/>
          </ac:spMkLst>
        </pc:spChg>
        <pc:spChg chg="del">
          <ac:chgData name="ahmad matar" userId="4c7aac9de00460d4" providerId="Windows Live" clId="Web-{69B5E9DD-917B-9A67-E41F-4719084506C4}" dt="2025-01-17T15:42:11.953" v="231"/>
          <ac:spMkLst>
            <pc:docMk/>
            <pc:sldMk cId="492536484" sldId="280"/>
            <ac:spMk id="3" creationId="{F181D054-17DD-0A17-E01A-D6239D609CB8}"/>
          </ac:spMkLst>
        </pc:spChg>
        <pc:spChg chg="add del">
          <ac:chgData name="ahmad matar" userId="4c7aac9de00460d4" providerId="Windows Live" clId="Web-{69B5E9DD-917B-9A67-E41F-4719084506C4}" dt="2025-01-17T15:42:45.267" v="235"/>
          <ac:spMkLst>
            <pc:docMk/>
            <pc:sldMk cId="492536484" sldId="280"/>
            <ac:spMk id="8" creationId="{C853A418-F482-ED37-C6AF-A9A4F8D5B282}"/>
          </ac:spMkLst>
        </pc:spChg>
        <pc:spChg chg="add del">
          <ac:chgData name="ahmad matar" userId="4c7aac9de00460d4" providerId="Windows Live" clId="Web-{69B5E9DD-917B-9A67-E41F-4719084506C4}" dt="2025-01-17T15:42:45.267" v="235"/>
          <ac:spMkLst>
            <pc:docMk/>
            <pc:sldMk cId="492536484" sldId="280"/>
            <ac:spMk id="11" creationId="{1B15ED52-F352-441B-82BF-E0EA34836D08}"/>
          </ac:spMkLst>
        </pc:spChg>
        <pc:spChg chg="add del">
          <ac:chgData name="ahmad matar" userId="4c7aac9de00460d4" providerId="Windows Live" clId="Web-{69B5E9DD-917B-9A67-E41F-4719084506C4}" dt="2025-01-17T15:42:45.267" v="235"/>
          <ac:spMkLst>
            <pc:docMk/>
            <pc:sldMk cId="492536484" sldId="280"/>
            <ac:spMk id="13" creationId="{3B2E3793-BFE6-45A2-9B7B-E18844431C99}"/>
          </ac:spMkLst>
        </pc:spChg>
        <pc:spChg chg="add del">
          <ac:chgData name="ahmad matar" userId="4c7aac9de00460d4" providerId="Windows Live" clId="Web-{69B5E9DD-917B-9A67-E41F-4719084506C4}" dt="2025-01-17T15:42:45.267" v="235"/>
          <ac:spMkLst>
            <pc:docMk/>
            <pc:sldMk cId="492536484" sldId="280"/>
            <ac:spMk id="15" creationId="{BC4C4868-CB8F-4AF9-9CDB-8108F2C19B67}"/>
          </ac:spMkLst>
        </pc:spChg>
        <pc:spChg chg="add del">
          <ac:chgData name="ahmad matar" userId="4c7aac9de00460d4" providerId="Windows Live" clId="Web-{69B5E9DD-917B-9A67-E41F-4719084506C4}" dt="2025-01-17T15:42:45.267" v="235"/>
          <ac:spMkLst>
            <pc:docMk/>
            <pc:sldMk cId="492536484" sldId="280"/>
            <ac:spMk id="17" creationId="{375E0459-6403-40CD-989D-56A4407CA12E}"/>
          </ac:spMkLst>
        </pc:spChg>
        <pc:spChg chg="add del">
          <ac:chgData name="ahmad matar" userId="4c7aac9de00460d4" providerId="Windows Live" clId="Web-{69B5E9DD-917B-9A67-E41F-4719084506C4}" dt="2025-01-17T15:42:45.267" v="235"/>
          <ac:spMkLst>
            <pc:docMk/>
            <pc:sldMk cId="492536484" sldId="280"/>
            <ac:spMk id="19" creationId="{53E5B1A8-3AC9-4BD1-9BBC-78CA94F2D1BA}"/>
          </ac:spMkLst>
        </pc:spChg>
        <pc:spChg chg="add del">
          <ac:chgData name="ahmad matar" userId="4c7aac9de00460d4" providerId="Windows Live" clId="Web-{69B5E9DD-917B-9A67-E41F-4719084506C4}" dt="2025-01-17T15:42:48.517" v="237"/>
          <ac:spMkLst>
            <pc:docMk/>
            <pc:sldMk cId="492536484" sldId="280"/>
            <ac:spMk id="21" creationId="{FE1EC756-41E9-4FD6-AD48-EF46A28137B7}"/>
          </ac:spMkLst>
        </pc:spChg>
        <pc:spChg chg="add del">
          <ac:chgData name="ahmad matar" userId="4c7aac9de00460d4" providerId="Windows Live" clId="Web-{69B5E9DD-917B-9A67-E41F-4719084506C4}" dt="2025-01-17T15:42:48.517" v="237"/>
          <ac:spMkLst>
            <pc:docMk/>
            <pc:sldMk cId="492536484" sldId="280"/>
            <ac:spMk id="22" creationId="{E66F6371-9EA5-9354-29DC-1D07B921F79C}"/>
          </ac:spMkLst>
        </pc:spChg>
        <pc:spChg chg="add del">
          <ac:chgData name="ahmad matar" userId="4c7aac9de00460d4" providerId="Windows Live" clId="Web-{69B5E9DD-917B-9A67-E41F-4719084506C4}" dt="2025-01-17T15:42:48.517" v="237"/>
          <ac:spMkLst>
            <pc:docMk/>
            <pc:sldMk cId="492536484" sldId="280"/>
            <ac:spMk id="23" creationId="{998F5825-65F0-D6EB-1D98-71347B55FD29}"/>
          </ac:spMkLst>
        </pc:spChg>
        <pc:spChg chg="add del">
          <ac:chgData name="ahmad matar" userId="4c7aac9de00460d4" providerId="Windows Live" clId="Web-{69B5E9DD-917B-9A67-E41F-4719084506C4}" dt="2025-01-17T15:42:57.517" v="239"/>
          <ac:spMkLst>
            <pc:docMk/>
            <pc:sldMk cId="492536484" sldId="280"/>
            <ac:spMk id="25" creationId="{A8908DB7-C3A6-4FCB-9820-CEE02B398C4A}"/>
          </ac:spMkLst>
        </pc:spChg>
        <pc:spChg chg="add del">
          <ac:chgData name="ahmad matar" userId="4c7aac9de00460d4" providerId="Windows Live" clId="Web-{69B5E9DD-917B-9A67-E41F-4719084506C4}" dt="2025-01-17T15:42:57.517" v="239"/>
          <ac:spMkLst>
            <pc:docMk/>
            <pc:sldMk cId="492536484" sldId="280"/>
            <ac:spMk id="26" creationId="{535742DD-1B16-4E9D-B715-0D74B4574A68}"/>
          </ac:spMkLst>
        </pc:spChg>
        <pc:spChg chg="add del">
          <ac:chgData name="ahmad matar" userId="4c7aac9de00460d4" providerId="Windows Live" clId="Web-{69B5E9DD-917B-9A67-E41F-4719084506C4}" dt="2025-01-17T15:42:57.517" v="239"/>
          <ac:spMkLst>
            <pc:docMk/>
            <pc:sldMk cId="492536484" sldId="280"/>
            <ac:spMk id="27" creationId="{FB6B07F4-95F4-E1EB-F804-1F8806A84328}"/>
          </ac:spMkLst>
        </pc:spChg>
        <pc:spChg chg="add del">
          <ac:chgData name="ahmad matar" userId="4c7aac9de00460d4" providerId="Windows Live" clId="Web-{69B5E9DD-917B-9A67-E41F-4719084506C4}" dt="2025-01-17T15:43:30.487" v="247"/>
          <ac:spMkLst>
            <pc:docMk/>
            <pc:sldMk cId="492536484" sldId="280"/>
            <ac:spMk id="29" creationId="{32AEEBC8-9D30-42EF-95F2-386C2653FBF0}"/>
          </ac:spMkLst>
        </pc:spChg>
        <pc:spChg chg="add del">
          <ac:chgData name="ahmad matar" userId="4c7aac9de00460d4" providerId="Windows Live" clId="Web-{69B5E9DD-917B-9A67-E41F-4719084506C4}" dt="2025-01-17T15:43:30.487" v="247"/>
          <ac:spMkLst>
            <pc:docMk/>
            <pc:sldMk cId="492536484" sldId="280"/>
            <ac:spMk id="30" creationId="{2E92FA66-67D7-4CB4-94D3-E643A9AD4757}"/>
          </ac:spMkLst>
        </pc:spChg>
        <pc:spChg chg="add del">
          <ac:chgData name="ahmad matar" userId="4c7aac9de00460d4" providerId="Windows Live" clId="Web-{69B5E9DD-917B-9A67-E41F-4719084506C4}" dt="2025-01-17T15:43:00.408" v="241"/>
          <ac:spMkLst>
            <pc:docMk/>
            <pc:sldMk cId="492536484" sldId="280"/>
            <ac:spMk id="31" creationId="{A98E1AD8-21BB-255D-960C-91684EEBD59D}"/>
          </ac:spMkLst>
        </pc:spChg>
        <pc:spChg chg="add del">
          <ac:chgData name="ahmad matar" userId="4c7aac9de00460d4" providerId="Windows Live" clId="Web-{69B5E9DD-917B-9A67-E41F-4719084506C4}" dt="2025-01-17T15:43:44.472" v="251"/>
          <ac:spMkLst>
            <pc:docMk/>
            <pc:sldMk cId="492536484" sldId="280"/>
            <ac:spMk id="35" creationId="{854DEE1C-7FD6-4FA0-A96A-BDF952F199AB}"/>
          </ac:spMkLst>
        </pc:spChg>
        <pc:picChg chg="add mod ord">
          <ac:chgData name="ahmad matar" userId="4c7aac9de00460d4" providerId="Windows Live" clId="Web-{69B5E9DD-917B-9A67-E41F-4719084506C4}" dt="2025-01-17T15:43:53.832" v="252" actId="14100"/>
          <ac:picMkLst>
            <pc:docMk/>
            <pc:sldMk cId="492536484" sldId="280"/>
            <ac:picMk id="4" creationId="{64DD5A6F-CEB9-8282-09C6-29067B754332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7T23:48:25.189" v="278"/>
        <pc:sldMkLst>
          <pc:docMk/>
          <pc:sldMk cId="278291528" sldId="281"/>
        </pc:sldMkLst>
        <pc:spChg chg="del mod ord">
          <ac:chgData name="ahmad matar" userId="4c7aac9de00460d4" providerId="Windows Live" clId="Web-{69B5E9DD-917B-9A67-E41F-4719084506C4}" dt="2025-01-17T23:48:25.189" v="278"/>
          <ac:spMkLst>
            <pc:docMk/>
            <pc:sldMk cId="278291528" sldId="281"/>
            <ac:spMk id="2" creationId="{A77B6F58-9466-C104-989A-404B5C1728DF}"/>
          </ac:spMkLst>
        </pc:spChg>
        <pc:spChg chg="del">
          <ac:chgData name="ahmad matar" userId="4c7aac9de00460d4" providerId="Windows Live" clId="Web-{69B5E9DD-917B-9A67-E41F-4719084506C4}" dt="2025-01-17T23:47:56.985" v="271"/>
          <ac:spMkLst>
            <pc:docMk/>
            <pc:sldMk cId="278291528" sldId="281"/>
            <ac:spMk id="3" creationId="{44405C19-FEF1-7907-359C-75809B7BB1D7}"/>
          </ac:spMkLst>
        </pc:spChg>
        <pc:spChg chg="add del">
          <ac:chgData name="ahmad matar" userId="4c7aac9de00460d4" providerId="Windows Live" clId="Web-{69B5E9DD-917B-9A67-E41F-4719084506C4}" dt="2025-01-17T23:48:19.298" v="273"/>
          <ac:spMkLst>
            <pc:docMk/>
            <pc:sldMk cId="278291528" sldId="281"/>
            <ac:spMk id="8" creationId="{E708EB56-DB8C-2FA7-A137-3F8FF2189D3D}"/>
          </ac:spMkLst>
        </pc:spChg>
        <pc:spChg chg="add">
          <ac:chgData name="ahmad matar" userId="4c7aac9de00460d4" providerId="Windows Live" clId="Web-{69B5E9DD-917B-9A67-E41F-4719084506C4}" dt="2025-01-17T23:48:25.189" v="278"/>
          <ac:spMkLst>
            <pc:docMk/>
            <pc:sldMk cId="278291528" sldId="281"/>
            <ac:spMk id="9" creationId="{32BC26D8-82FB-445E-AA49-62A77D7C1EE0}"/>
          </ac:spMkLst>
        </pc:spChg>
        <pc:spChg chg="add del">
          <ac:chgData name="ahmad matar" userId="4c7aac9de00460d4" providerId="Windows Live" clId="Web-{69B5E9DD-917B-9A67-E41F-4719084506C4}" dt="2025-01-17T23:48:19.298" v="273"/>
          <ac:spMkLst>
            <pc:docMk/>
            <pc:sldMk cId="278291528" sldId="281"/>
            <ac:spMk id="11" creationId="{3BA513B0-82FF-4F41-8178-885375D1CFB5}"/>
          </ac:spMkLst>
        </pc:spChg>
        <pc:spChg chg="add del">
          <ac:chgData name="ahmad matar" userId="4c7aac9de00460d4" providerId="Windows Live" clId="Web-{69B5E9DD-917B-9A67-E41F-4719084506C4}" dt="2025-01-17T23:48:22.173" v="275"/>
          <ac:spMkLst>
            <pc:docMk/>
            <pc:sldMk cId="278291528" sldId="281"/>
            <ac:spMk id="19" creationId="{B1595A09-E336-4D1B-9B3A-06A2287A54E2}"/>
          </ac:spMkLst>
        </pc:spChg>
        <pc:spChg chg="add del">
          <ac:chgData name="ahmad matar" userId="4c7aac9de00460d4" providerId="Windows Live" clId="Web-{69B5E9DD-917B-9A67-E41F-4719084506C4}" dt="2025-01-17T23:48:22.173" v="275"/>
          <ac:spMkLst>
            <pc:docMk/>
            <pc:sldMk cId="278291528" sldId="281"/>
            <ac:spMk id="20" creationId="{3540989C-C7B8-473B-BF87-6F2DA6A90006}"/>
          </ac:spMkLst>
        </pc:spChg>
        <pc:spChg chg="add del">
          <ac:chgData name="ahmad matar" userId="4c7aac9de00460d4" providerId="Windows Live" clId="Web-{69B5E9DD-917B-9A67-E41F-4719084506C4}" dt="2025-01-17T23:48:22.173" v="275"/>
          <ac:spMkLst>
            <pc:docMk/>
            <pc:sldMk cId="278291528" sldId="281"/>
            <ac:spMk id="21" creationId="{481EEB08-9629-E079-B3E9-A14E274224C0}"/>
          </ac:spMkLst>
        </pc:spChg>
        <pc:spChg chg="add del">
          <ac:chgData name="ahmad matar" userId="4c7aac9de00460d4" providerId="Windows Live" clId="Web-{69B5E9DD-917B-9A67-E41F-4719084506C4}" dt="2025-01-17T23:48:25.189" v="277"/>
          <ac:spMkLst>
            <pc:docMk/>
            <pc:sldMk cId="278291528" sldId="281"/>
            <ac:spMk id="23" creationId="{B8114C98-A349-4111-A123-E8EAB86ABE30}"/>
          </ac:spMkLst>
        </pc:spChg>
        <pc:spChg chg="add del">
          <ac:chgData name="ahmad matar" userId="4c7aac9de00460d4" providerId="Windows Live" clId="Web-{69B5E9DD-917B-9A67-E41F-4719084506C4}" dt="2025-01-17T23:48:25.189" v="277"/>
          <ac:spMkLst>
            <pc:docMk/>
            <pc:sldMk cId="278291528" sldId="281"/>
            <ac:spMk id="24" creationId="{D7A453D2-15D8-4403-815F-291FA16340D9}"/>
          </ac:spMkLst>
        </pc:spChg>
        <pc:spChg chg="add del">
          <ac:chgData name="ahmad matar" userId="4c7aac9de00460d4" providerId="Windows Live" clId="Web-{69B5E9DD-917B-9A67-E41F-4719084506C4}" dt="2025-01-17T23:48:25.189" v="277"/>
          <ac:spMkLst>
            <pc:docMk/>
            <pc:sldMk cId="278291528" sldId="281"/>
            <ac:spMk id="30" creationId="{8161EA6B-09CA-445B-AB0D-8DF76FA92DEF}"/>
          </ac:spMkLst>
        </pc:spChg>
        <pc:spChg chg="add del">
          <ac:chgData name="ahmad matar" userId="4c7aac9de00460d4" providerId="Windows Live" clId="Web-{69B5E9DD-917B-9A67-E41F-4719084506C4}" dt="2025-01-17T23:48:25.189" v="277"/>
          <ac:spMkLst>
            <pc:docMk/>
            <pc:sldMk cId="278291528" sldId="281"/>
            <ac:spMk id="31" creationId="{E2D3D3F2-ABBB-4453-B1C5-1BEBF7E4DD56}"/>
          </ac:spMkLst>
        </pc:spChg>
        <pc:spChg chg="add del">
          <ac:chgData name="ahmad matar" userId="4c7aac9de00460d4" providerId="Windows Live" clId="Web-{69B5E9DD-917B-9A67-E41F-4719084506C4}" dt="2025-01-17T23:48:25.189" v="277"/>
          <ac:spMkLst>
            <pc:docMk/>
            <pc:sldMk cId="278291528" sldId="281"/>
            <ac:spMk id="45" creationId="{CBB3D0C1-51A8-8430-CC71-593CEBC362CA}"/>
          </ac:spMkLst>
        </pc:spChg>
        <pc:spChg chg="add">
          <ac:chgData name="ahmad matar" userId="4c7aac9de00460d4" providerId="Windows Live" clId="Web-{69B5E9DD-917B-9A67-E41F-4719084506C4}" dt="2025-01-17T23:48:25.189" v="278"/>
          <ac:spMkLst>
            <pc:docMk/>
            <pc:sldMk cId="278291528" sldId="281"/>
            <ac:spMk id="47" creationId="{CB44330D-EA18-4254-AA95-EB49948539B8}"/>
          </ac:spMkLst>
        </pc:spChg>
        <pc:grpChg chg="add del">
          <ac:chgData name="ahmad matar" userId="4c7aac9de00460d4" providerId="Windows Live" clId="Web-{69B5E9DD-917B-9A67-E41F-4719084506C4}" dt="2025-01-17T23:48:19.298" v="273"/>
          <ac:grpSpMkLst>
            <pc:docMk/>
            <pc:sldMk cId="278291528" sldId="281"/>
            <ac:grpSpMk id="13" creationId="{93DB8501-F9F2-4ACD-B56A-9019CD5006D6}"/>
          </ac:grpSpMkLst>
        </pc:grpChg>
        <pc:grpChg chg="add del">
          <ac:chgData name="ahmad matar" userId="4c7aac9de00460d4" providerId="Windows Live" clId="Web-{69B5E9DD-917B-9A67-E41F-4719084506C4}" dt="2025-01-17T23:48:25.189" v="277"/>
          <ac:grpSpMkLst>
            <pc:docMk/>
            <pc:sldMk cId="278291528" sldId="281"/>
            <ac:grpSpMk id="15" creationId="{B352BBB9-69A8-405C-9209-A9FE217AEDC4}"/>
          </ac:grpSpMkLst>
        </pc:grpChg>
        <pc:grpChg chg="add del">
          <ac:chgData name="ahmad matar" userId="4c7aac9de00460d4" providerId="Windows Live" clId="Web-{69B5E9DD-917B-9A67-E41F-4719084506C4}" dt="2025-01-17T23:48:25.189" v="277"/>
          <ac:grpSpMkLst>
            <pc:docMk/>
            <pc:sldMk cId="278291528" sldId="281"/>
            <ac:grpSpMk id="25" creationId="{670FB431-AE18-414D-92F4-1D12D1991152}"/>
          </ac:grpSpMkLst>
        </pc:grpChg>
        <pc:grpChg chg="add">
          <ac:chgData name="ahmad matar" userId="4c7aac9de00460d4" providerId="Windows Live" clId="Web-{69B5E9DD-917B-9A67-E41F-4719084506C4}" dt="2025-01-17T23:48:22.189" v="276"/>
          <ac:grpSpMkLst>
            <pc:docMk/>
            <pc:sldMk cId="278291528" sldId="281"/>
            <ac:grpSpMk id="33" creationId="{8214E4A5-A0D2-42C4-8D14-D2A7E495F041}"/>
          </ac:grpSpMkLst>
        </pc:grpChg>
        <pc:grpChg chg="del">
          <ac:chgData name="ahmad matar" userId="4c7aac9de00460d4" providerId="Windows Live" clId="Web-{69B5E9DD-917B-9A67-E41F-4719084506C4}" dt="2025-01-17T23:48:25.189" v="277"/>
          <ac:grpSpMkLst>
            <pc:docMk/>
            <pc:sldMk cId="278291528" sldId="281"/>
            <ac:grpSpMk id="39" creationId="{AF19A774-30A5-488B-9BAF-629C6440294E}"/>
          </ac:grpSpMkLst>
        </pc:grpChg>
        <pc:picChg chg="add mod ord">
          <ac:chgData name="ahmad matar" userId="4c7aac9de00460d4" providerId="Windows Live" clId="Web-{69B5E9DD-917B-9A67-E41F-4719084506C4}" dt="2025-01-17T23:48:25.189" v="278"/>
          <ac:picMkLst>
            <pc:docMk/>
            <pc:sldMk cId="278291528" sldId="281"/>
            <ac:picMk id="4" creationId="{69E30BC8-3F0D-1DE4-CDAE-500D7A8DBEFB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7T23:54:51.386" v="284"/>
        <pc:sldMkLst>
          <pc:docMk/>
          <pc:sldMk cId="3262242633" sldId="282"/>
        </pc:sldMkLst>
        <pc:spChg chg="del">
          <ac:chgData name="ahmad matar" userId="4c7aac9de00460d4" providerId="Windows Live" clId="Web-{69B5E9DD-917B-9A67-E41F-4719084506C4}" dt="2025-01-17T23:54:51.386" v="284"/>
          <ac:spMkLst>
            <pc:docMk/>
            <pc:sldMk cId="3262242633" sldId="282"/>
            <ac:spMk id="2" creationId="{57E4E257-83E7-A184-039F-86001EB11644}"/>
          </ac:spMkLst>
        </pc:spChg>
        <pc:spChg chg="del">
          <ac:chgData name="ahmad matar" userId="4c7aac9de00460d4" providerId="Windows Live" clId="Web-{69B5E9DD-917B-9A67-E41F-4719084506C4}" dt="2025-01-17T23:54:37.370" v="280"/>
          <ac:spMkLst>
            <pc:docMk/>
            <pc:sldMk cId="3262242633" sldId="282"/>
            <ac:spMk id="3" creationId="{624B9045-4A52-552A-439F-C8762FBF2E5D}"/>
          </ac:spMkLst>
        </pc:spChg>
        <pc:spChg chg="add">
          <ac:chgData name="ahmad matar" userId="4c7aac9de00460d4" providerId="Windows Live" clId="Web-{69B5E9DD-917B-9A67-E41F-4719084506C4}" dt="2025-01-17T23:54:51.386" v="284"/>
          <ac:spMkLst>
            <pc:docMk/>
            <pc:sldMk cId="3262242633" sldId="282"/>
            <ac:spMk id="9" creationId="{32BC26D8-82FB-445E-AA49-62A77D7C1EE0}"/>
          </ac:spMkLst>
        </pc:spChg>
        <pc:spChg chg="add">
          <ac:chgData name="ahmad matar" userId="4c7aac9de00460d4" providerId="Windows Live" clId="Web-{69B5E9DD-917B-9A67-E41F-4719084506C4}" dt="2025-01-17T23:54:51.386" v="284"/>
          <ac:spMkLst>
            <pc:docMk/>
            <pc:sldMk cId="3262242633" sldId="282"/>
            <ac:spMk id="11" creationId="{CB44330D-EA18-4254-AA95-EB49948539B8}"/>
          </ac:spMkLst>
        </pc:spChg>
        <pc:picChg chg="add mod ord">
          <ac:chgData name="ahmad matar" userId="4c7aac9de00460d4" providerId="Windows Live" clId="Web-{69B5E9DD-917B-9A67-E41F-4719084506C4}" dt="2025-01-17T23:54:51.386" v="284"/>
          <ac:picMkLst>
            <pc:docMk/>
            <pc:sldMk cId="3262242633" sldId="282"/>
            <ac:picMk id="4" creationId="{98A402FF-D375-981E-8992-92080BD91FDD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7T23:59:22.268" v="302" actId="14100"/>
        <pc:sldMkLst>
          <pc:docMk/>
          <pc:sldMk cId="978489186" sldId="283"/>
        </pc:sldMkLst>
        <pc:spChg chg="del">
          <ac:chgData name="ahmad matar" userId="4c7aac9de00460d4" providerId="Windows Live" clId="Web-{69B5E9DD-917B-9A67-E41F-4719084506C4}" dt="2025-01-17T23:57:44.093" v="287"/>
          <ac:spMkLst>
            <pc:docMk/>
            <pc:sldMk cId="978489186" sldId="283"/>
            <ac:spMk id="2" creationId="{765B4B5A-26C4-2C0B-0880-EE8E89E87116}"/>
          </ac:spMkLst>
        </pc:spChg>
        <pc:spChg chg="del">
          <ac:chgData name="ahmad matar" userId="4c7aac9de00460d4" providerId="Windows Live" clId="Web-{69B5E9DD-917B-9A67-E41F-4719084506C4}" dt="2025-01-17T23:57:37.968" v="286"/>
          <ac:spMkLst>
            <pc:docMk/>
            <pc:sldMk cId="978489186" sldId="283"/>
            <ac:spMk id="3" creationId="{5F8AD8CB-327D-E18E-2DE4-01504E464601}"/>
          </ac:spMkLst>
        </pc:spChg>
        <pc:spChg chg="add del">
          <ac:chgData name="ahmad matar" userId="4c7aac9de00460d4" providerId="Windows Live" clId="Web-{69B5E9DD-917B-9A67-E41F-4719084506C4}" dt="2025-01-17T23:57:56.015" v="292"/>
          <ac:spMkLst>
            <pc:docMk/>
            <pc:sldMk cId="978489186" sldId="283"/>
            <ac:spMk id="9" creationId="{63644BFD-D22E-4019-B666-387DA51AEAFD}"/>
          </ac:spMkLst>
        </pc:spChg>
        <pc:spChg chg="add del">
          <ac:chgData name="ahmad matar" userId="4c7aac9de00460d4" providerId="Windows Live" clId="Web-{69B5E9DD-917B-9A67-E41F-4719084506C4}" dt="2025-01-17T23:57:56.015" v="292"/>
          <ac:spMkLst>
            <pc:docMk/>
            <pc:sldMk cId="978489186" sldId="283"/>
            <ac:spMk id="15" creationId="{3776B14B-F2F4-4825-8DA8-8C7A0F2B3960}"/>
          </ac:spMkLst>
        </pc:spChg>
        <pc:spChg chg="add del">
          <ac:chgData name="ahmad matar" userId="4c7aac9de00460d4" providerId="Windows Live" clId="Web-{69B5E9DD-917B-9A67-E41F-4719084506C4}" dt="2025-01-17T23:57:58.844" v="293"/>
          <ac:spMkLst>
            <pc:docMk/>
            <pc:sldMk cId="978489186" sldId="283"/>
            <ac:spMk id="19" creationId="{C1D7F918-1A62-C2C6-7A7A-19EE465A65DF}"/>
          </ac:spMkLst>
        </pc:spChg>
        <pc:spChg chg="add del">
          <ac:chgData name="ahmad matar" userId="4c7aac9de00460d4" providerId="Windows Live" clId="Web-{69B5E9DD-917B-9A67-E41F-4719084506C4}" dt="2025-01-17T23:57:56.015" v="291"/>
          <ac:spMkLst>
            <pc:docMk/>
            <pc:sldMk cId="978489186" sldId="283"/>
            <ac:spMk id="20" creationId="{AB8C311F-7253-4AED-9701-7FC0708C41C7}"/>
          </ac:spMkLst>
        </pc:spChg>
        <pc:spChg chg="add del">
          <ac:chgData name="ahmad matar" userId="4c7aac9de00460d4" providerId="Windows Live" clId="Web-{69B5E9DD-917B-9A67-E41F-4719084506C4}" dt="2025-01-17T23:57:56.015" v="291"/>
          <ac:spMkLst>
            <pc:docMk/>
            <pc:sldMk cId="978489186" sldId="283"/>
            <ac:spMk id="22" creationId="{E2384209-CB15-4CDF-9D31-C44FD9A3F20D}"/>
          </ac:spMkLst>
        </pc:spChg>
        <pc:spChg chg="add del">
          <ac:chgData name="ahmad matar" userId="4c7aac9de00460d4" providerId="Windows Live" clId="Web-{69B5E9DD-917B-9A67-E41F-4719084506C4}" dt="2025-01-17T23:57:56.015" v="291"/>
          <ac:spMkLst>
            <pc:docMk/>
            <pc:sldMk cId="978489186" sldId="283"/>
            <ac:spMk id="24" creationId="{2633B3B5-CC90-43F0-8714-D31D1F3F0209}"/>
          </ac:spMkLst>
        </pc:spChg>
        <pc:spChg chg="add del">
          <ac:chgData name="ahmad matar" userId="4c7aac9de00460d4" providerId="Windows Live" clId="Web-{69B5E9DD-917B-9A67-E41F-4719084506C4}" dt="2025-01-17T23:57:56.015" v="291"/>
          <ac:spMkLst>
            <pc:docMk/>
            <pc:sldMk cId="978489186" sldId="283"/>
            <ac:spMk id="26" creationId="{A8D57A06-A426-446D-B02C-A2DC6B62E45E}"/>
          </ac:spMkLst>
        </pc:spChg>
        <pc:spChg chg="add del">
          <ac:chgData name="ahmad matar" userId="4c7aac9de00460d4" providerId="Windows Live" clId="Web-{69B5E9DD-917B-9A67-E41F-4719084506C4}" dt="2025-01-17T23:58:01.453" v="294"/>
          <ac:spMkLst>
            <pc:docMk/>
            <pc:sldMk cId="978489186" sldId="283"/>
            <ac:spMk id="28" creationId="{04812C46-200A-4DEB-A05E-3ED6C68C2387}"/>
          </ac:spMkLst>
        </pc:spChg>
        <pc:spChg chg="add del">
          <ac:chgData name="ahmad matar" userId="4c7aac9de00460d4" providerId="Windows Live" clId="Web-{69B5E9DD-917B-9A67-E41F-4719084506C4}" dt="2025-01-17T23:58:01.453" v="294"/>
          <ac:spMkLst>
            <pc:docMk/>
            <pc:sldMk cId="978489186" sldId="283"/>
            <ac:spMk id="29" creationId="{D1EA859B-E555-4109-94F3-6700E046E008}"/>
          </ac:spMkLst>
        </pc:spChg>
        <pc:spChg chg="add">
          <ac:chgData name="ahmad matar" userId="4c7aac9de00460d4" providerId="Windows Live" clId="Web-{69B5E9DD-917B-9A67-E41F-4719084506C4}" dt="2025-01-17T23:58:01.453" v="294"/>
          <ac:spMkLst>
            <pc:docMk/>
            <pc:sldMk cId="978489186" sldId="283"/>
            <ac:spMk id="34" creationId="{8950AD4C-6AF3-49F8-94E1-DBCAFB39478B}"/>
          </ac:spMkLst>
        </pc:spChg>
        <pc:spChg chg="add del">
          <ac:chgData name="ahmad matar" userId="4c7aac9de00460d4" providerId="Windows Live" clId="Web-{69B5E9DD-917B-9A67-E41F-4719084506C4}" dt="2025-01-17T23:58:15.860" v="297"/>
          <ac:spMkLst>
            <pc:docMk/>
            <pc:sldMk cId="978489186" sldId="283"/>
            <ac:spMk id="36" creationId="{8DBEAE55-3EA1-41D7-A212-5F7D8986C1F2}"/>
          </ac:spMkLst>
        </pc:spChg>
        <pc:spChg chg="add del">
          <ac:chgData name="ahmad matar" userId="4c7aac9de00460d4" providerId="Windows Live" clId="Web-{69B5E9DD-917B-9A67-E41F-4719084506C4}" dt="2025-01-17T23:58:15.860" v="297"/>
          <ac:spMkLst>
            <pc:docMk/>
            <pc:sldMk cId="978489186" sldId="283"/>
            <ac:spMk id="38" creationId="{CFC5F0E7-644F-4101-BE72-12825CF537E7}"/>
          </ac:spMkLst>
        </pc:spChg>
        <pc:spChg chg="add del">
          <ac:chgData name="ahmad matar" userId="4c7aac9de00460d4" providerId="Windows Live" clId="Web-{69B5E9DD-917B-9A67-E41F-4719084506C4}" dt="2025-01-17T23:58:15.860" v="297"/>
          <ac:spMkLst>
            <pc:docMk/>
            <pc:sldMk cId="978489186" sldId="283"/>
            <ac:spMk id="40" creationId="{B1F9B6B4-B0C4-45C6-A086-901C960D03E7}"/>
          </ac:spMkLst>
        </pc:spChg>
        <pc:spChg chg="add">
          <ac:chgData name="ahmad matar" userId="4c7aac9de00460d4" providerId="Windows Live" clId="Web-{69B5E9DD-917B-9A67-E41F-4719084506C4}" dt="2025-01-17T23:58:15.860" v="297"/>
          <ac:spMkLst>
            <pc:docMk/>
            <pc:sldMk cId="978489186" sldId="283"/>
            <ac:spMk id="45" creationId="{F3060C83-F051-4F0E-ABAD-AA0DFC48B218}"/>
          </ac:spMkLst>
        </pc:spChg>
        <pc:spChg chg="add">
          <ac:chgData name="ahmad matar" userId="4c7aac9de00460d4" providerId="Windows Live" clId="Web-{69B5E9DD-917B-9A67-E41F-4719084506C4}" dt="2025-01-17T23:58:15.860" v="297"/>
          <ac:spMkLst>
            <pc:docMk/>
            <pc:sldMk cId="978489186" sldId="283"/>
            <ac:spMk id="47" creationId="{83C98ABE-055B-441F-B07E-44F97F083C39}"/>
          </ac:spMkLst>
        </pc:spChg>
        <pc:spChg chg="add">
          <ac:chgData name="ahmad matar" userId="4c7aac9de00460d4" providerId="Windows Live" clId="Web-{69B5E9DD-917B-9A67-E41F-4719084506C4}" dt="2025-01-17T23:58:15.860" v="297"/>
          <ac:spMkLst>
            <pc:docMk/>
            <pc:sldMk cId="978489186" sldId="283"/>
            <ac:spMk id="49" creationId="{29FDB030-9B49-4CED-8CCD-4D99382388AC}"/>
          </ac:spMkLst>
        </pc:spChg>
        <pc:spChg chg="add">
          <ac:chgData name="ahmad matar" userId="4c7aac9de00460d4" providerId="Windows Live" clId="Web-{69B5E9DD-917B-9A67-E41F-4719084506C4}" dt="2025-01-17T23:58:15.860" v="297"/>
          <ac:spMkLst>
            <pc:docMk/>
            <pc:sldMk cId="978489186" sldId="283"/>
            <ac:spMk id="51" creationId="{3783CA14-24A1-485C-8B30-D6A5D87987AD}"/>
          </ac:spMkLst>
        </pc:spChg>
        <pc:spChg chg="add">
          <ac:chgData name="ahmad matar" userId="4c7aac9de00460d4" providerId="Windows Live" clId="Web-{69B5E9DD-917B-9A67-E41F-4719084506C4}" dt="2025-01-17T23:58:15.860" v="297"/>
          <ac:spMkLst>
            <pc:docMk/>
            <pc:sldMk cId="978489186" sldId="283"/>
            <ac:spMk id="53" creationId="{9A97C86A-04D6-40F7-AE84-31AB43E6A846}"/>
          </ac:spMkLst>
        </pc:spChg>
        <pc:spChg chg="add">
          <ac:chgData name="ahmad matar" userId="4c7aac9de00460d4" providerId="Windows Live" clId="Web-{69B5E9DD-917B-9A67-E41F-4719084506C4}" dt="2025-01-17T23:58:15.860" v="297"/>
          <ac:spMkLst>
            <pc:docMk/>
            <pc:sldMk cId="978489186" sldId="283"/>
            <ac:spMk id="55" creationId="{FF9F2414-84E8-453E-B1F3-389FDE8192D9}"/>
          </ac:spMkLst>
        </pc:spChg>
        <pc:spChg chg="add">
          <ac:chgData name="ahmad matar" userId="4c7aac9de00460d4" providerId="Windows Live" clId="Web-{69B5E9DD-917B-9A67-E41F-4719084506C4}" dt="2025-01-17T23:58:15.860" v="297"/>
          <ac:spMkLst>
            <pc:docMk/>
            <pc:sldMk cId="978489186" sldId="283"/>
            <ac:spMk id="57" creationId="{3ECA69A1-7536-43AC-85EF-C7106179F5ED}"/>
          </ac:spMkLst>
        </pc:spChg>
        <pc:grpChg chg="add del">
          <ac:chgData name="ahmad matar" userId="4c7aac9de00460d4" providerId="Windows Live" clId="Web-{69B5E9DD-917B-9A67-E41F-4719084506C4}" dt="2025-01-17T23:57:56.015" v="292"/>
          <ac:grpSpMkLst>
            <pc:docMk/>
            <pc:sldMk cId="978489186" sldId="283"/>
            <ac:grpSpMk id="11" creationId="{5FE9FE4C-C9E0-4C54-8010-EA9D29CD4D59}"/>
          </ac:grpSpMkLst>
        </pc:grpChg>
        <pc:picChg chg="add mod ord">
          <ac:chgData name="ahmad matar" userId="4c7aac9de00460d4" providerId="Windows Live" clId="Web-{69B5E9DD-917B-9A67-E41F-4719084506C4}" dt="2025-01-17T23:59:22.268" v="302" actId="14100"/>
          <ac:picMkLst>
            <pc:docMk/>
            <pc:sldMk cId="978489186" sldId="283"/>
            <ac:picMk id="4" creationId="{B056A843-DD10-21F7-32D5-54B1377703B1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0:08:52.438" v="362"/>
        <pc:sldMkLst>
          <pc:docMk/>
          <pc:sldMk cId="3280315093" sldId="284"/>
        </pc:sldMkLst>
        <pc:spChg chg="mod ord">
          <ac:chgData name="ahmad matar" userId="4c7aac9de00460d4" providerId="Windows Live" clId="Web-{69B5E9DD-917B-9A67-E41F-4719084506C4}" dt="2025-01-18T00:08:52.438" v="362"/>
          <ac:spMkLst>
            <pc:docMk/>
            <pc:sldMk cId="3280315093" sldId="284"/>
            <ac:spMk id="2" creationId="{B19AA132-AF2B-79D9-2CF0-659936C327DA}"/>
          </ac:spMkLst>
        </pc:spChg>
        <pc:spChg chg="del">
          <ac:chgData name="ahmad matar" userId="4c7aac9de00460d4" providerId="Windows Live" clId="Web-{69B5E9DD-917B-9A67-E41F-4719084506C4}" dt="2025-01-18T00:07:35.561" v="332"/>
          <ac:spMkLst>
            <pc:docMk/>
            <pc:sldMk cId="3280315093" sldId="284"/>
            <ac:spMk id="3" creationId="{6637DA52-8A62-316B-0C02-045CBC7466B5}"/>
          </ac:spMkLst>
        </pc:spChg>
        <pc:spChg chg="add del">
          <ac:chgData name="ahmad matar" userId="4c7aac9de00460d4" providerId="Windows Live" clId="Web-{69B5E9DD-917B-9A67-E41F-4719084506C4}" dt="2025-01-18T00:08:52.438" v="361"/>
          <ac:spMkLst>
            <pc:docMk/>
            <pc:sldMk cId="3280315093" sldId="284"/>
            <ac:spMk id="8" creationId="{F2B1C73E-21C6-A433-9460-2DC58CC37F6C}"/>
          </ac:spMkLst>
        </pc:spChg>
        <pc:spChg chg="add">
          <ac:chgData name="ahmad matar" userId="4c7aac9de00460d4" providerId="Windows Live" clId="Web-{69B5E9DD-917B-9A67-E41F-4719084506C4}" dt="2025-01-18T00:08:52.438" v="362"/>
          <ac:spMkLst>
            <pc:docMk/>
            <pc:sldMk cId="3280315093" sldId="284"/>
            <ac:spMk id="9" creationId="{47942995-B07F-4636-9A06-C6A104B260A8}"/>
          </ac:spMkLst>
        </pc:spChg>
        <pc:spChg chg="add del">
          <ac:chgData name="ahmad matar" userId="4c7aac9de00460d4" providerId="Windows Live" clId="Web-{69B5E9DD-917B-9A67-E41F-4719084506C4}" dt="2025-01-18T00:08:52.438" v="361"/>
          <ac:spMkLst>
            <pc:docMk/>
            <pc:sldMk cId="3280315093" sldId="284"/>
            <ac:spMk id="11" creationId="{5A0118C5-4F8D-4CF4-BADD-53FEACC6C42A}"/>
          </ac:spMkLst>
        </pc:spChg>
        <pc:spChg chg="add del">
          <ac:chgData name="ahmad matar" userId="4c7aac9de00460d4" providerId="Windows Live" clId="Web-{69B5E9DD-917B-9A67-E41F-4719084506C4}" dt="2025-01-18T00:08:52.438" v="361"/>
          <ac:spMkLst>
            <pc:docMk/>
            <pc:sldMk cId="3280315093" sldId="284"/>
            <ac:spMk id="13" creationId="{EAED1919-54A1-41C9-B30B-A3FF3F58E38B}"/>
          </ac:spMkLst>
        </pc:spChg>
        <pc:spChg chg="add">
          <ac:chgData name="ahmad matar" userId="4c7aac9de00460d4" providerId="Windows Live" clId="Web-{69B5E9DD-917B-9A67-E41F-4719084506C4}" dt="2025-01-18T00:08:52.438" v="362"/>
          <ac:spMkLst>
            <pc:docMk/>
            <pc:sldMk cId="3280315093" sldId="284"/>
            <ac:spMk id="16" creationId="{B81933D1-5615-42C7-9C0B-4EB7105CCE2D}"/>
          </ac:spMkLst>
        </pc:spChg>
        <pc:spChg chg="add">
          <ac:chgData name="ahmad matar" userId="4c7aac9de00460d4" providerId="Windows Live" clId="Web-{69B5E9DD-917B-9A67-E41F-4719084506C4}" dt="2025-01-18T00:08:52.438" v="362"/>
          <ac:spMkLst>
            <pc:docMk/>
            <pc:sldMk cId="3280315093" sldId="284"/>
            <ac:spMk id="18" creationId="{19C9EAEA-39D0-4B0E-A0EB-51E7B26740B1}"/>
          </ac:spMkLst>
        </pc:spChg>
        <pc:spChg chg="add del">
          <ac:chgData name="ahmad matar" userId="4c7aac9de00460d4" providerId="Windows Live" clId="Web-{69B5E9DD-917B-9A67-E41F-4719084506C4}" dt="2025-01-18T00:08:52.438" v="361"/>
          <ac:spMkLst>
            <pc:docMk/>
            <pc:sldMk cId="3280315093" sldId="284"/>
            <ac:spMk id="19" creationId="{FFFEB18F-F81F-4CED-BE64-EB888A77C3B8}"/>
          </ac:spMkLst>
        </pc:spChg>
        <pc:grpChg chg="add del">
          <ac:chgData name="ahmad matar" userId="4c7aac9de00460d4" providerId="Windows Live" clId="Web-{69B5E9DD-917B-9A67-E41F-4719084506C4}" dt="2025-01-18T00:08:52.438" v="361"/>
          <ac:grpSpMkLst>
            <pc:docMk/>
            <pc:sldMk cId="3280315093" sldId="284"/>
            <ac:grpSpMk id="15" creationId="{C4751043-2EE3-4222-9979-8E61D93DA8DC}"/>
          </ac:grpSpMkLst>
        </pc:grpChg>
        <pc:grpChg chg="add del">
          <ac:chgData name="ahmad matar" userId="4c7aac9de00460d4" providerId="Windows Live" clId="Web-{69B5E9DD-917B-9A67-E41F-4719084506C4}" dt="2025-01-18T00:08:52.438" v="361"/>
          <ac:grpSpMkLst>
            <pc:docMk/>
            <pc:sldMk cId="3280315093" sldId="284"/>
            <ac:grpSpMk id="21" creationId="{00E015F5-1A99-4E40-BC3D-7707802996B5}"/>
          </ac:grpSpMkLst>
        </pc:grpChg>
        <pc:grpChg chg="add del">
          <ac:chgData name="ahmad matar" userId="4c7aac9de00460d4" providerId="Windows Live" clId="Web-{69B5E9DD-917B-9A67-E41F-4719084506C4}" dt="2025-01-18T00:08:52.438" v="361"/>
          <ac:grpSpMkLst>
            <pc:docMk/>
            <pc:sldMk cId="3280315093" sldId="284"/>
            <ac:grpSpMk id="25" creationId="{5468B3A9-705E-43C3-A742-0619B0D8F2EE}"/>
          </ac:grpSpMkLst>
        </pc:grpChg>
        <pc:grpChg chg="add">
          <ac:chgData name="ahmad matar" userId="4c7aac9de00460d4" providerId="Windows Live" clId="Web-{69B5E9DD-917B-9A67-E41F-4719084506C4}" dt="2025-01-18T00:08:52.438" v="362"/>
          <ac:grpSpMkLst>
            <pc:docMk/>
            <pc:sldMk cId="3280315093" sldId="284"/>
            <ac:grpSpMk id="196" creationId="{032D8612-31EB-44CF-A1D0-14FD4C705424}"/>
          </ac:grpSpMkLst>
        </pc:grpChg>
        <pc:picChg chg="add mod ord">
          <ac:chgData name="ahmad matar" userId="4c7aac9de00460d4" providerId="Windows Live" clId="Web-{69B5E9DD-917B-9A67-E41F-4719084506C4}" dt="2025-01-18T00:08:52.438" v="362"/>
          <ac:picMkLst>
            <pc:docMk/>
            <pc:sldMk cId="3280315093" sldId="284"/>
            <ac:picMk id="4" creationId="{05A50403-BB8C-B22E-836E-BDA961876D34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0:10:16.440" v="367"/>
        <pc:sldMkLst>
          <pc:docMk/>
          <pc:sldMk cId="1496290786" sldId="285"/>
        </pc:sldMkLst>
        <pc:spChg chg="del mod">
          <ac:chgData name="ahmad matar" userId="4c7aac9de00460d4" providerId="Windows Live" clId="Web-{69B5E9DD-917B-9A67-E41F-4719084506C4}" dt="2025-01-18T00:10:16.440" v="367"/>
          <ac:spMkLst>
            <pc:docMk/>
            <pc:sldMk cId="1496290786" sldId="285"/>
            <ac:spMk id="2" creationId="{9FDD743E-700F-1844-D3E6-A8D517442C21}"/>
          </ac:spMkLst>
        </pc:spChg>
        <pc:spChg chg="del">
          <ac:chgData name="ahmad matar" userId="4c7aac9de00460d4" providerId="Windows Live" clId="Web-{69B5E9DD-917B-9A67-E41F-4719084506C4}" dt="2025-01-18T00:10:04.737" v="364"/>
          <ac:spMkLst>
            <pc:docMk/>
            <pc:sldMk cId="1496290786" sldId="285"/>
            <ac:spMk id="3" creationId="{24B3AF8A-E8F4-0A04-9B2F-1DAA9C2CD47A}"/>
          </ac:spMkLst>
        </pc:spChg>
        <pc:spChg chg="add del">
          <ac:chgData name="ahmad matar" userId="4c7aac9de00460d4" providerId="Windows Live" clId="Web-{69B5E9DD-917B-9A67-E41F-4719084506C4}" dt="2025-01-18T00:10:16.440" v="366"/>
          <ac:spMkLst>
            <pc:docMk/>
            <pc:sldMk cId="1496290786" sldId="285"/>
            <ac:spMk id="8" creationId="{11704E3A-DD18-218A-825E-1DBE40A0A334}"/>
          </ac:spMkLst>
        </pc:spChg>
        <pc:spChg chg="add">
          <ac:chgData name="ahmad matar" userId="4c7aac9de00460d4" providerId="Windows Live" clId="Web-{69B5E9DD-917B-9A67-E41F-4719084506C4}" dt="2025-01-18T00:10:16.440" v="367"/>
          <ac:spMkLst>
            <pc:docMk/>
            <pc:sldMk cId="1496290786" sldId="285"/>
            <ac:spMk id="9" creationId="{B649E800-A5C8-49A0-A453-ED537DA3156A}"/>
          </ac:spMkLst>
        </pc:spChg>
        <pc:spChg chg="add del">
          <ac:chgData name="ahmad matar" userId="4c7aac9de00460d4" providerId="Windows Live" clId="Web-{69B5E9DD-917B-9A67-E41F-4719084506C4}" dt="2025-01-18T00:10:16.440" v="366"/>
          <ac:spMkLst>
            <pc:docMk/>
            <pc:sldMk cId="1496290786" sldId="285"/>
            <ac:spMk id="11" creationId="{743AA782-23D1-4521-8CAD-47662984AA08}"/>
          </ac:spMkLst>
        </pc:spChg>
        <pc:spChg chg="add del">
          <ac:chgData name="ahmad matar" userId="4c7aac9de00460d4" providerId="Windows Live" clId="Web-{69B5E9DD-917B-9A67-E41F-4719084506C4}" dt="2025-01-18T00:10:16.440" v="366"/>
          <ac:spMkLst>
            <pc:docMk/>
            <pc:sldMk cId="1496290786" sldId="285"/>
            <ac:spMk id="13" creationId="{650D18FE-0824-4A46-B22C-A86B52E5780A}"/>
          </ac:spMkLst>
        </pc:spChg>
        <pc:spChg chg="add">
          <ac:chgData name="ahmad matar" userId="4c7aac9de00460d4" providerId="Windows Live" clId="Web-{69B5E9DD-917B-9A67-E41F-4719084506C4}" dt="2025-01-18T00:10:16.440" v="367"/>
          <ac:spMkLst>
            <pc:docMk/>
            <pc:sldMk cId="1496290786" sldId="285"/>
            <ac:spMk id="16" creationId="{8BA67DD7-B75D-4A30-90A4-EEA9F64AF11B}"/>
          </ac:spMkLst>
        </pc:spChg>
        <pc:grpChg chg="add">
          <ac:chgData name="ahmad matar" userId="4c7aac9de00460d4" providerId="Windows Live" clId="Web-{69B5E9DD-917B-9A67-E41F-4719084506C4}" dt="2025-01-18T00:10:16.440" v="367"/>
          <ac:grpSpMkLst>
            <pc:docMk/>
            <pc:sldMk cId="1496290786" sldId="285"/>
            <ac:grpSpMk id="17" creationId="{E8C5FC48-0A3C-4D6D-A0D5-EEE93213DBBE}"/>
          </ac:grpSpMkLst>
        </pc:grpChg>
        <pc:picChg chg="add mod ord">
          <ac:chgData name="ahmad matar" userId="4c7aac9de00460d4" providerId="Windows Live" clId="Web-{69B5E9DD-917B-9A67-E41F-4719084506C4}" dt="2025-01-18T00:10:16.440" v="367"/>
          <ac:picMkLst>
            <pc:docMk/>
            <pc:sldMk cId="1496290786" sldId="285"/>
            <ac:picMk id="4" creationId="{0B857D58-44FF-93DE-2673-093DCA2FF942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0:12:36.709" v="386"/>
        <pc:sldMkLst>
          <pc:docMk/>
          <pc:sldMk cId="3233310777" sldId="286"/>
        </pc:sldMkLst>
        <pc:spChg chg="mod ord">
          <ac:chgData name="ahmad matar" userId="4c7aac9de00460d4" providerId="Windows Live" clId="Web-{69B5E9DD-917B-9A67-E41F-4719084506C4}" dt="2025-01-18T00:12:36.709" v="386"/>
          <ac:spMkLst>
            <pc:docMk/>
            <pc:sldMk cId="3233310777" sldId="286"/>
            <ac:spMk id="2" creationId="{6B66A97B-2C8B-30C3-6E25-FE5DD5AC4027}"/>
          </ac:spMkLst>
        </pc:spChg>
        <pc:spChg chg="del">
          <ac:chgData name="ahmad matar" userId="4c7aac9de00460d4" providerId="Windows Live" clId="Web-{69B5E9DD-917B-9A67-E41F-4719084506C4}" dt="2025-01-18T00:12:02.380" v="379"/>
          <ac:spMkLst>
            <pc:docMk/>
            <pc:sldMk cId="3233310777" sldId="286"/>
            <ac:spMk id="3" creationId="{4C3F2521-FE4A-D8C7-0E0E-E95993E34E61}"/>
          </ac:spMkLst>
        </pc:spChg>
        <pc:spChg chg="add del">
          <ac:chgData name="ahmad matar" userId="4c7aac9de00460d4" providerId="Windows Live" clId="Web-{69B5E9DD-917B-9A67-E41F-4719084506C4}" dt="2025-01-18T00:12:36.709" v="385"/>
          <ac:spMkLst>
            <pc:docMk/>
            <pc:sldMk cId="3233310777" sldId="286"/>
            <ac:spMk id="8" creationId="{8BE0968F-A905-0EFB-9A50-382DAB78501A}"/>
          </ac:spMkLst>
        </pc:spChg>
        <pc:spChg chg="add del">
          <ac:chgData name="ahmad matar" userId="4c7aac9de00460d4" providerId="Windows Live" clId="Web-{69B5E9DD-917B-9A67-E41F-4719084506C4}" dt="2025-01-18T00:12:30.443" v="383"/>
          <ac:spMkLst>
            <pc:docMk/>
            <pc:sldMk cId="3233310777" sldId="286"/>
            <ac:spMk id="9" creationId="{37C89E4B-3C9F-44B9-8B86-D9E3D112D8EC}"/>
          </ac:spMkLst>
        </pc:spChg>
        <pc:spChg chg="add del">
          <ac:chgData name="ahmad matar" userId="4c7aac9de00460d4" providerId="Windows Live" clId="Web-{69B5E9DD-917B-9A67-E41F-4719084506C4}" dt="2025-01-18T00:12:36.709" v="385"/>
          <ac:spMkLst>
            <pc:docMk/>
            <pc:sldMk cId="3233310777" sldId="286"/>
            <ac:spMk id="15" creationId="{E659831F-0D9A-4C63-9EBB-8435B85A440F}"/>
          </ac:spMkLst>
        </pc:spChg>
        <pc:spChg chg="add del">
          <ac:chgData name="ahmad matar" userId="4c7aac9de00460d4" providerId="Windows Live" clId="Web-{69B5E9DD-917B-9A67-E41F-4719084506C4}" dt="2025-01-18T00:12:36.709" v="385"/>
          <ac:spMkLst>
            <pc:docMk/>
            <pc:sldMk cId="3233310777" sldId="286"/>
            <ac:spMk id="16" creationId="{058A14AF-9FB5-4CC7-BA35-E8E85D3EDF0E}"/>
          </ac:spMkLst>
        </pc:spChg>
        <pc:spChg chg="add del">
          <ac:chgData name="ahmad matar" userId="4c7aac9de00460d4" providerId="Windows Live" clId="Web-{69B5E9DD-917B-9A67-E41F-4719084506C4}" dt="2025-01-18T00:12:36.709" v="385"/>
          <ac:spMkLst>
            <pc:docMk/>
            <pc:sldMk cId="3233310777" sldId="286"/>
            <ac:spMk id="17" creationId="{E6995CE5-F890-4ABA-82A2-26507CE8D2A3}"/>
          </ac:spMkLst>
        </pc:spChg>
        <pc:spChg chg="add del">
          <ac:chgData name="ahmad matar" userId="4c7aac9de00460d4" providerId="Windows Live" clId="Web-{69B5E9DD-917B-9A67-E41F-4719084506C4}" dt="2025-01-18T00:12:36.709" v="385"/>
          <ac:spMkLst>
            <pc:docMk/>
            <pc:sldMk cId="3233310777" sldId="286"/>
            <ac:spMk id="18" creationId="{3A9A4357-BD1D-4622-A4FE-766E6AB8DE84}"/>
          </ac:spMkLst>
        </pc:spChg>
        <pc:spChg chg="add">
          <ac:chgData name="ahmad matar" userId="4c7aac9de00460d4" providerId="Windows Live" clId="Web-{69B5E9DD-917B-9A67-E41F-4719084506C4}" dt="2025-01-18T00:12:36.709" v="386"/>
          <ac:spMkLst>
            <pc:docMk/>
            <pc:sldMk cId="3233310777" sldId="286"/>
            <ac:spMk id="20" creationId="{6AA24DE7-C336-4994-8C52-D9B3F3D0FA4D}"/>
          </ac:spMkLst>
        </pc:spChg>
        <pc:picChg chg="add mod ord">
          <ac:chgData name="ahmad matar" userId="4c7aac9de00460d4" providerId="Windows Live" clId="Web-{69B5E9DD-917B-9A67-E41F-4719084506C4}" dt="2025-01-18T00:12:36.709" v="386"/>
          <ac:picMkLst>
            <pc:docMk/>
            <pc:sldMk cId="3233310777" sldId="286"/>
            <ac:picMk id="4" creationId="{B0B533C5-213C-803F-EDC7-16FE3C58D28C}"/>
          </ac:picMkLst>
        </pc:picChg>
        <pc:cxnChg chg="add del">
          <ac:chgData name="ahmad matar" userId="4c7aac9de00460d4" providerId="Windows Live" clId="Web-{69B5E9DD-917B-9A67-E41F-4719084506C4}" dt="2025-01-18T00:12:30.443" v="383"/>
          <ac:cxnSpMkLst>
            <pc:docMk/>
            <pc:sldMk cId="3233310777" sldId="286"/>
            <ac:cxnSpMk id="11" creationId="{AA2EAA10-076F-46BD-8F0F-B9A2FB77A85C}"/>
          </ac:cxnSpMkLst>
        </pc:cxnChg>
        <pc:cxnChg chg="add del">
          <ac:chgData name="ahmad matar" userId="4c7aac9de00460d4" providerId="Windows Live" clId="Web-{69B5E9DD-917B-9A67-E41F-4719084506C4}" dt="2025-01-18T00:12:30.443" v="383"/>
          <ac:cxnSpMkLst>
            <pc:docMk/>
            <pc:sldMk cId="3233310777" sldId="286"/>
            <ac:cxnSpMk id="13" creationId="{D891E407-403B-4764-86C9-33A56D3BCAA3}"/>
          </ac:cxnSpMkLst>
        </pc:cxnChg>
      </pc:sldChg>
      <pc:sldChg chg="addSp delSp modSp new mod setBg">
        <pc:chgData name="ahmad matar" userId="4c7aac9de00460d4" providerId="Windows Live" clId="Web-{69B5E9DD-917B-9A67-E41F-4719084506C4}" dt="2025-01-18T00:13:59.696" v="389"/>
        <pc:sldMkLst>
          <pc:docMk/>
          <pc:sldMk cId="1339762247" sldId="287"/>
        </pc:sldMkLst>
        <pc:spChg chg="del">
          <ac:chgData name="ahmad matar" userId="4c7aac9de00460d4" providerId="Windows Live" clId="Web-{69B5E9DD-917B-9A67-E41F-4719084506C4}" dt="2025-01-18T00:13:59.696" v="389"/>
          <ac:spMkLst>
            <pc:docMk/>
            <pc:sldMk cId="1339762247" sldId="287"/>
            <ac:spMk id="2" creationId="{3954D9D2-8AB4-0E1F-EF32-80ED7AA9F8E5}"/>
          </ac:spMkLst>
        </pc:spChg>
        <pc:spChg chg="del">
          <ac:chgData name="ahmad matar" userId="4c7aac9de00460d4" providerId="Windows Live" clId="Web-{69B5E9DD-917B-9A67-E41F-4719084506C4}" dt="2025-01-18T00:13:56.805" v="388"/>
          <ac:spMkLst>
            <pc:docMk/>
            <pc:sldMk cId="1339762247" sldId="287"/>
            <ac:spMk id="3" creationId="{B606367E-EF41-530F-F1C4-42B43AB1390F}"/>
          </ac:spMkLst>
        </pc:spChg>
        <pc:spChg chg="add">
          <ac:chgData name="ahmad matar" userId="4c7aac9de00460d4" providerId="Windows Live" clId="Web-{69B5E9DD-917B-9A67-E41F-4719084506C4}" dt="2025-01-18T00:13:59.696" v="389"/>
          <ac:spMkLst>
            <pc:docMk/>
            <pc:sldMk cId="1339762247" sldId="287"/>
            <ac:spMk id="9" creationId="{32BC26D8-82FB-445E-AA49-62A77D7C1EE0}"/>
          </ac:spMkLst>
        </pc:spChg>
        <pc:spChg chg="add">
          <ac:chgData name="ahmad matar" userId="4c7aac9de00460d4" providerId="Windows Live" clId="Web-{69B5E9DD-917B-9A67-E41F-4719084506C4}" dt="2025-01-18T00:13:59.696" v="389"/>
          <ac:spMkLst>
            <pc:docMk/>
            <pc:sldMk cId="1339762247" sldId="287"/>
            <ac:spMk id="11" creationId="{CB44330D-EA18-4254-AA95-EB49948539B8}"/>
          </ac:spMkLst>
        </pc:spChg>
        <pc:picChg chg="add mod ord">
          <ac:chgData name="ahmad matar" userId="4c7aac9de00460d4" providerId="Windows Live" clId="Web-{69B5E9DD-917B-9A67-E41F-4719084506C4}" dt="2025-01-18T00:13:59.696" v="389"/>
          <ac:picMkLst>
            <pc:docMk/>
            <pc:sldMk cId="1339762247" sldId="287"/>
            <ac:picMk id="4" creationId="{37905D45-E9CC-2C3A-59FF-EC1008E7FA8C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0:23:03.341" v="568" actId="14100"/>
        <pc:sldMkLst>
          <pc:docMk/>
          <pc:sldMk cId="204483911" sldId="288"/>
        </pc:sldMkLst>
        <pc:spChg chg="del">
          <ac:chgData name="ahmad matar" userId="4c7aac9de00460d4" providerId="Windows Live" clId="Web-{69B5E9DD-917B-9A67-E41F-4719084506C4}" dt="2025-01-18T00:15:25.463" v="392"/>
          <ac:spMkLst>
            <pc:docMk/>
            <pc:sldMk cId="204483911" sldId="288"/>
            <ac:spMk id="2" creationId="{4E8E0058-8C64-B6B9-75AB-6C02C90C909A}"/>
          </ac:spMkLst>
        </pc:spChg>
        <pc:spChg chg="del">
          <ac:chgData name="ahmad matar" userId="4c7aac9de00460d4" providerId="Windows Live" clId="Web-{69B5E9DD-917B-9A67-E41F-4719084506C4}" dt="2025-01-18T00:15:22.635" v="391"/>
          <ac:spMkLst>
            <pc:docMk/>
            <pc:sldMk cId="204483911" sldId="288"/>
            <ac:spMk id="3" creationId="{D5426605-1210-4E30-5CD3-C25B7FB529D1}"/>
          </ac:spMkLst>
        </pc:spChg>
        <pc:spChg chg="add">
          <ac:chgData name="ahmad matar" userId="4c7aac9de00460d4" providerId="Windows Live" clId="Web-{69B5E9DD-917B-9A67-E41F-4719084506C4}" dt="2025-01-18T00:15:25.463" v="392"/>
          <ac:spMkLst>
            <pc:docMk/>
            <pc:sldMk cId="204483911" sldId="288"/>
            <ac:spMk id="9" creationId="{32BC26D8-82FB-445E-AA49-62A77D7C1EE0}"/>
          </ac:spMkLst>
        </pc:spChg>
        <pc:spChg chg="add">
          <ac:chgData name="ahmad matar" userId="4c7aac9de00460d4" providerId="Windows Live" clId="Web-{69B5E9DD-917B-9A67-E41F-4719084506C4}" dt="2025-01-18T00:15:25.463" v="392"/>
          <ac:spMkLst>
            <pc:docMk/>
            <pc:sldMk cId="204483911" sldId="288"/>
            <ac:spMk id="11" creationId="{CB44330D-EA18-4254-AA95-EB49948539B8}"/>
          </ac:spMkLst>
        </pc:spChg>
        <pc:picChg chg="add mod ord">
          <ac:chgData name="ahmad matar" userId="4c7aac9de00460d4" providerId="Windows Live" clId="Web-{69B5E9DD-917B-9A67-E41F-4719084506C4}" dt="2025-01-18T00:23:03.341" v="568" actId="14100"/>
          <ac:picMkLst>
            <pc:docMk/>
            <pc:sldMk cId="204483911" sldId="288"/>
            <ac:picMk id="4" creationId="{5E984705-76BE-5830-4E2F-4005FC40504D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0:29:18.210" v="590" actId="14100"/>
        <pc:sldMkLst>
          <pc:docMk/>
          <pc:sldMk cId="1732189687" sldId="289"/>
        </pc:sldMkLst>
        <pc:spChg chg="del">
          <ac:chgData name="ahmad matar" userId="4c7aac9de00460d4" providerId="Windows Live" clId="Web-{69B5E9DD-917B-9A67-E41F-4719084506C4}" dt="2025-01-18T00:29:11.960" v="588"/>
          <ac:spMkLst>
            <pc:docMk/>
            <pc:sldMk cId="1732189687" sldId="289"/>
            <ac:spMk id="2" creationId="{1058D79F-E150-A79C-6968-7ABBAE025EEB}"/>
          </ac:spMkLst>
        </pc:spChg>
        <pc:spChg chg="del">
          <ac:chgData name="ahmad matar" userId="4c7aac9de00460d4" providerId="Windows Live" clId="Web-{69B5E9DD-917B-9A67-E41F-4719084506C4}" dt="2025-01-18T00:29:09.179" v="587"/>
          <ac:spMkLst>
            <pc:docMk/>
            <pc:sldMk cId="1732189687" sldId="289"/>
            <ac:spMk id="3" creationId="{783F5D0B-FF54-E64D-090F-878D53105783}"/>
          </ac:spMkLst>
        </pc:spChg>
        <pc:spChg chg="add">
          <ac:chgData name="ahmad matar" userId="4c7aac9de00460d4" providerId="Windows Live" clId="Web-{69B5E9DD-917B-9A67-E41F-4719084506C4}" dt="2025-01-18T00:29:11.960" v="588"/>
          <ac:spMkLst>
            <pc:docMk/>
            <pc:sldMk cId="1732189687" sldId="289"/>
            <ac:spMk id="9" creationId="{32BC26D8-82FB-445E-AA49-62A77D7C1EE0}"/>
          </ac:spMkLst>
        </pc:spChg>
        <pc:spChg chg="add">
          <ac:chgData name="ahmad matar" userId="4c7aac9de00460d4" providerId="Windows Live" clId="Web-{69B5E9DD-917B-9A67-E41F-4719084506C4}" dt="2025-01-18T00:29:11.960" v="588"/>
          <ac:spMkLst>
            <pc:docMk/>
            <pc:sldMk cId="1732189687" sldId="289"/>
            <ac:spMk id="11" creationId="{CB44330D-EA18-4254-AA95-EB49948539B8}"/>
          </ac:spMkLst>
        </pc:spChg>
        <pc:picChg chg="add mod ord">
          <ac:chgData name="ahmad matar" userId="4c7aac9de00460d4" providerId="Windows Live" clId="Web-{69B5E9DD-917B-9A67-E41F-4719084506C4}" dt="2025-01-18T00:29:18.210" v="590" actId="14100"/>
          <ac:picMkLst>
            <pc:docMk/>
            <pc:sldMk cId="1732189687" sldId="289"/>
            <ac:picMk id="4" creationId="{20D3FB1F-B269-1D66-079F-C17443D6EF9E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0:37:53.598" v="648" actId="14100"/>
        <pc:sldMkLst>
          <pc:docMk/>
          <pc:sldMk cId="14223835" sldId="290"/>
        </pc:sldMkLst>
        <pc:spChg chg="add del">
          <ac:chgData name="ahmad matar" userId="4c7aac9de00460d4" providerId="Windows Live" clId="Web-{69B5E9DD-917B-9A67-E41F-4719084506C4}" dt="2025-01-18T00:37:45.473" v="646"/>
          <ac:spMkLst>
            <pc:docMk/>
            <pc:sldMk cId="14223835" sldId="290"/>
            <ac:spMk id="2" creationId="{689EC09C-3325-EB2F-C72A-B56F7EF4BB59}"/>
          </ac:spMkLst>
        </pc:spChg>
        <pc:spChg chg="del">
          <ac:chgData name="ahmad matar" userId="4c7aac9de00460d4" providerId="Windows Live" clId="Web-{69B5E9DD-917B-9A67-E41F-4719084506C4}" dt="2025-01-18T00:37:37.379" v="643"/>
          <ac:spMkLst>
            <pc:docMk/>
            <pc:sldMk cId="14223835" sldId="290"/>
            <ac:spMk id="3" creationId="{77E93EC7-CB69-E6D0-1AE9-39F83E3191D1}"/>
          </ac:spMkLst>
        </pc:spChg>
        <pc:spChg chg="add del">
          <ac:chgData name="ahmad matar" userId="4c7aac9de00460d4" providerId="Windows Live" clId="Web-{69B5E9DD-917B-9A67-E41F-4719084506C4}" dt="2025-01-18T00:37:45.473" v="645"/>
          <ac:spMkLst>
            <pc:docMk/>
            <pc:sldMk cId="14223835" sldId="290"/>
            <ac:spMk id="9" creationId="{32BC26D8-82FB-445E-AA49-62A77D7C1EE0}"/>
          </ac:spMkLst>
        </pc:spChg>
        <pc:spChg chg="add del">
          <ac:chgData name="ahmad matar" userId="4c7aac9de00460d4" providerId="Windows Live" clId="Web-{69B5E9DD-917B-9A67-E41F-4719084506C4}" dt="2025-01-18T00:37:45.473" v="645"/>
          <ac:spMkLst>
            <pc:docMk/>
            <pc:sldMk cId="14223835" sldId="290"/>
            <ac:spMk id="11" creationId="{CB44330D-EA18-4254-AA95-EB49948539B8}"/>
          </ac:spMkLst>
        </pc:spChg>
        <pc:spChg chg="add">
          <ac:chgData name="ahmad matar" userId="4c7aac9de00460d4" providerId="Windows Live" clId="Web-{69B5E9DD-917B-9A67-E41F-4719084506C4}" dt="2025-01-18T00:37:45.473" v="646"/>
          <ac:spMkLst>
            <pc:docMk/>
            <pc:sldMk cId="14223835" sldId="290"/>
            <ac:spMk id="13" creationId="{1500B4A4-B1F1-41EA-886A-B8A210DBCA3B}"/>
          </ac:spMkLst>
        </pc:spChg>
        <pc:spChg chg="add">
          <ac:chgData name="ahmad matar" userId="4c7aac9de00460d4" providerId="Windows Live" clId="Web-{69B5E9DD-917B-9A67-E41F-4719084506C4}" dt="2025-01-18T00:37:45.473" v="646"/>
          <ac:spMkLst>
            <pc:docMk/>
            <pc:sldMk cId="14223835" sldId="290"/>
            <ac:spMk id="14" creationId="{5E55A99C-0BDC-4DBE-8E40-9FA66F629FA1}"/>
          </ac:spMkLst>
        </pc:spChg>
        <pc:picChg chg="add mod ord">
          <ac:chgData name="ahmad matar" userId="4c7aac9de00460d4" providerId="Windows Live" clId="Web-{69B5E9DD-917B-9A67-E41F-4719084506C4}" dt="2025-01-18T00:37:53.598" v="648" actId="14100"/>
          <ac:picMkLst>
            <pc:docMk/>
            <pc:sldMk cId="14223835" sldId="290"/>
            <ac:picMk id="4" creationId="{C498A1C6-80A6-82ED-E009-7AEB58E7BF03}"/>
          </ac:picMkLst>
        </pc:picChg>
      </pc:sldChg>
      <pc:sldChg chg="modSp add replId">
        <pc:chgData name="ahmad matar" userId="4c7aac9de00460d4" providerId="Windows Live" clId="Web-{69B5E9DD-917B-9A67-E41F-4719084506C4}" dt="2025-01-18T00:35:11.172" v="642" actId="20577"/>
        <pc:sldMkLst>
          <pc:docMk/>
          <pc:sldMk cId="3966044229" sldId="291"/>
        </pc:sldMkLst>
        <pc:spChg chg="mod">
          <ac:chgData name="ahmad matar" userId="4c7aac9de00460d4" providerId="Windows Live" clId="Web-{69B5E9DD-917B-9A67-E41F-4719084506C4}" dt="2025-01-18T00:35:11.172" v="642" actId="20577"/>
          <ac:spMkLst>
            <pc:docMk/>
            <pc:sldMk cId="3966044229" sldId="291"/>
            <ac:spMk id="2" creationId="{48394766-77F5-75DC-BBDE-BA80DD697673}"/>
          </ac:spMkLst>
        </pc:spChg>
        <pc:picChg chg="mod">
          <ac:chgData name="ahmad matar" userId="4c7aac9de00460d4" providerId="Windows Live" clId="Web-{69B5E9DD-917B-9A67-E41F-4719084506C4}" dt="2025-01-18T00:33:53.311" v="617" actId="1076"/>
          <ac:picMkLst>
            <pc:docMk/>
            <pc:sldMk cId="3966044229" sldId="291"/>
            <ac:picMk id="5" creationId="{D7F51B35-5517-4DD0-2979-028D23F18C59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0:47:29.523" v="714"/>
        <pc:sldMkLst>
          <pc:docMk/>
          <pc:sldMk cId="1325946802" sldId="292"/>
        </pc:sldMkLst>
        <pc:spChg chg="mod">
          <ac:chgData name="ahmad matar" userId="4c7aac9de00460d4" providerId="Windows Live" clId="Web-{69B5E9DD-917B-9A67-E41F-4719084506C4}" dt="2025-01-18T00:47:29.523" v="714"/>
          <ac:spMkLst>
            <pc:docMk/>
            <pc:sldMk cId="1325946802" sldId="292"/>
            <ac:spMk id="2" creationId="{C453E9E8-50E9-D2C2-EAE2-4C52CA364366}"/>
          </ac:spMkLst>
        </pc:spChg>
        <pc:spChg chg="del">
          <ac:chgData name="ahmad matar" userId="4c7aac9de00460d4" providerId="Windows Live" clId="Web-{69B5E9DD-917B-9A67-E41F-4719084506C4}" dt="2025-01-18T00:41:29.808" v="684"/>
          <ac:spMkLst>
            <pc:docMk/>
            <pc:sldMk cId="1325946802" sldId="292"/>
            <ac:spMk id="3" creationId="{E1FBF6CC-A64A-06A8-2565-54A7943F0447}"/>
          </ac:spMkLst>
        </pc:spChg>
        <pc:spChg chg="add del mod">
          <ac:chgData name="ahmad matar" userId="4c7aac9de00460d4" providerId="Windows Live" clId="Web-{69B5E9DD-917B-9A67-E41F-4719084506C4}" dt="2025-01-18T00:44:38.284" v="696"/>
          <ac:spMkLst>
            <pc:docMk/>
            <pc:sldMk cId="1325946802" sldId="292"/>
            <ac:spMk id="6" creationId="{82ADF309-C7F1-7A63-7421-81CBFE6CE65D}"/>
          </ac:spMkLst>
        </pc:spChg>
        <pc:spChg chg="add del">
          <ac:chgData name="ahmad matar" userId="4c7aac9de00460d4" providerId="Windows Live" clId="Web-{69B5E9DD-917B-9A67-E41F-4719084506C4}" dt="2025-01-18T00:41:46.621" v="688"/>
          <ac:spMkLst>
            <pc:docMk/>
            <pc:sldMk cId="1325946802" sldId="292"/>
            <ac:spMk id="8" creationId="{2FC75AAF-428E-7F81-ABEA-22FB15611ED5}"/>
          </ac:spMkLst>
        </pc:spChg>
        <pc:spChg chg="add del">
          <ac:chgData name="ahmad matar" userId="4c7aac9de00460d4" providerId="Windows Live" clId="Web-{69B5E9DD-917B-9A67-E41F-4719084506C4}" dt="2025-01-18T00:41:48.933" v="690"/>
          <ac:spMkLst>
            <pc:docMk/>
            <pc:sldMk cId="1325946802" sldId="292"/>
            <ac:spMk id="9" creationId="{D12DDE76-C203-4047-9998-63900085B5E8}"/>
          </ac:spMkLst>
        </pc:spChg>
        <pc:spChg chg="add del">
          <ac:chgData name="ahmad matar" userId="4c7aac9de00460d4" providerId="Windows Live" clId="Web-{69B5E9DD-917B-9A67-E41F-4719084506C4}" dt="2025-01-18T00:41:46.621" v="688"/>
          <ac:spMkLst>
            <pc:docMk/>
            <pc:sldMk cId="1325946802" sldId="292"/>
            <ac:spMk id="11" creationId="{2EB492CD-616E-47F8-933B-5E2D952A0593}"/>
          </ac:spMkLst>
        </pc:spChg>
        <pc:spChg chg="add del">
          <ac:chgData name="ahmad matar" userId="4c7aac9de00460d4" providerId="Windows Live" clId="Web-{69B5E9DD-917B-9A67-E41F-4719084506C4}" dt="2025-01-18T00:44:48.472" v="699"/>
          <ac:spMkLst>
            <pc:docMk/>
            <pc:sldMk cId="1325946802" sldId="292"/>
            <ac:spMk id="12" creationId="{A4AC5506-6312-4701-8D3C-40187889A947}"/>
          </ac:spMkLst>
        </pc:spChg>
        <pc:spChg chg="add del">
          <ac:chgData name="ahmad matar" userId="4c7aac9de00460d4" providerId="Windows Live" clId="Web-{69B5E9DD-917B-9A67-E41F-4719084506C4}" dt="2025-01-18T00:41:46.621" v="688"/>
          <ac:spMkLst>
            <pc:docMk/>
            <pc:sldMk cId="1325946802" sldId="292"/>
            <ac:spMk id="13" creationId="{59383CF9-23B5-4335-9B21-1791C4CF1C75}"/>
          </ac:spMkLst>
        </pc:spChg>
        <pc:spChg chg="add del mod">
          <ac:chgData name="ahmad matar" userId="4c7aac9de00460d4" providerId="Windows Live" clId="Web-{69B5E9DD-917B-9A67-E41F-4719084506C4}" dt="2025-01-18T00:46:42.038" v="705"/>
          <ac:spMkLst>
            <pc:docMk/>
            <pc:sldMk cId="1325946802" sldId="292"/>
            <ac:spMk id="14" creationId="{CA1CC0E6-1FA5-03A6-9619-39931BDBF166}"/>
          </ac:spMkLst>
        </pc:spChg>
        <pc:spChg chg="add del">
          <ac:chgData name="ahmad matar" userId="4c7aac9de00460d4" providerId="Windows Live" clId="Web-{69B5E9DD-917B-9A67-E41F-4719084506C4}" dt="2025-01-18T00:41:46.621" v="688"/>
          <ac:spMkLst>
            <pc:docMk/>
            <pc:sldMk cId="1325946802" sldId="292"/>
            <ac:spMk id="15" creationId="{0007FE00-9498-4706-B255-6437B0252C02}"/>
          </ac:spMkLst>
        </pc:spChg>
        <pc:spChg chg="add del">
          <ac:chgData name="ahmad matar" userId="4c7aac9de00460d4" providerId="Windows Live" clId="Web-{69B5E9DD-917B-9A67-E41F-4719084506C4}" dt="2025-01-18T00:44:48.457" v="698"/>
          <ac:spMkLst>
            <pc:docMk/>
            <pc:sldMk cId="1325946802" sldId="292"/>
            <ac:spMk id="16" creationId="{F65C678A-6191-EF16-E19F-A3139110AE56}"/>
          </ac:spMkLst>
        </pc:spChg>
        <pc:spChg chg="add del">
          <ac:chgData name="ahmad matar" userId="4c7aac9de00460d4" providerId="Windows Live" clId="Web-{69B5E9DD-917B-9A67-E41F-4719084506C4}" dt="2025-01-18T00:44:55.519" v="701"/>
          <ac:spMkLst>
            <pc:docMk/>
            <pc:sldMk cId="1325946802" sldId="292"/>
            <ac:spMk id="17" creationId="{6753252F-4873-4F63-801D-CC719279A7D5}"/>
          </ac:spMkLst>
        </pc:spChg>
        <pc:spChg chg="add del">
          <ac:chgData name="ahmad matar" userId="4c7aac9de00460d4" providerId="Windows Live" clId="Web-{69B5E9DD-917B-9A67-E41F-4719084506C4}" dt="2025-01-18T00:44:48.457" v="698"/>
          <ac:spMkLst>
            <pc:docMk/>
            <pc:sldMk cId="1325946802" sldId="292"/>
            <ac:spMk id="19" creationId="{0E3596DD-156A-473E-9BB3-C6A29F7574E9}"/>
          </ac:spMkLst>
        </pc:spChg>
        <pc:spChg chg="add del">
          <ac:chgData name="ahmad matar" userId="4c7aac9de00460d4" providerId="Windows Live" clId="Web-{69B5E9DD-917B-9A67-E41F-4719084506C4}" dt="2025-01-18T00:44:48.457" v="698"/>
          <ac:spMkLst>
            <pc:docMk/>
            <pc:sldMk cId="1325946802" sldId="292"/>
            <ac:spMk id="21" creationId="{2C46C4D6-C474-4E92-B52E-944C1118F7B6}"/>
          </ac:spMkLst>
        </pc:spChg>
        <pc:spChg chg="add del mod">
          <ac:chgData name="ahmad matar" userId="4c7aac9de00460d4" providerId="Windows Live" clId="Web-{69B5E9DD-917B-9A67-E41F-4719084506C4}" dt="2025-01-18T00:47:29.523" v="714"/>
          <ac:spMkLst>
            <pc:docMk/>
            <pc:sldMk cId="1325946802" sldId="292"/>
            <ac:spMk id="22" creationId="{9F0519B8-38D0-052B-73A7-E56696A6197F}"/>
          </ac:spMkLst>
        </pc:spChg>
        <pc:spChg chg="add del">
          <ac:chgData name="ahmad matar" userId="4c7aac9de00460d4" providerId="Windows Live" clId="Web-{69B5E9DD-917B-9A67-E41F-4719084506C4}" dt="2025-01-18T00:44:55.519" v="701"/>
          <ac:spMkLst>
            <pc:docMk/>
            <pc:sldMk cId="1325946802" sldId="292"/>
            <ac:spMk id="23" creationId="{047C8CCB-F95D-4249-92DD-651249D3535A}"/>
          </ac:spMkLst>
        </pc:spChg>
        <pc:spChg chg="add del">
          <ac:chgData name="ahmad matar" userId="4c7aac9de00460d4" providerId="Windows Live" clId="Web-{69B5E9DD-917B-9A67-E41F-4719084506C4}" dt="2025-01-18T00:46:50.397" v="706"/>
          <ac:spMkLst>
            <pc:docMk/>
            <pc:sldMk cId="1325946802" sldId="292"/>
            <ac:spMk id="28" creationId="{A8384FB5-9ADC-4DDC-881B-597D56F5B15D}"/>
          </ac:spMkLst>
        </pc:spChg>
        <pc:spChg chg="add del">
          <ac:chgData name="ahmad matar" userId="4c7aac9de00460d4" providerId="Windows Live" clId="Web-{69B5E9DD-917B-9A67-E41F-4719084506C4}" dt="2025-01-18T00:46:50.397" v="706"/>
          <ac:spMkLst>
            <pc:docMk/>
            <pc:sldMk cId="1325946802" sldId="292"/>
            <ac:spMk id="30" creationId="{1199E1B1-A8C0-4FE8-A5A8-1CB41D69F857}"/>
          </ac:spMkLst>
        </pc:spChg>
        <pc:spChg chg="add del">
          <ac:chgData name="ahmad matar" userId="4c7aac9de00460d4" providerId="Windows Live" clId="Web-{69B5E9DD-917B-9A67-E41F-4719084506C4}" dt="2025-01-18T00:46:50.397" v="706"/>
          <ac:spMkLst>
            <pc:docMk/>
            <pc:sldMk cId="1325946802" sldId="292"/>
            <ac:spMk id="32" creationId="{84A8DE83-DE75-4B41-9DB4-A7EC0B0DEC0B}"/>
          </ac:spMkLst>
        </pc:spChg>
        <pc:spChg chg="add del">
          <ac:chgData name="ahmad matar" userId="4c7aac9de00460d4" providerId="Windows Live" clId="Web-{69B5E9DD-917B-9A67-E41F-4719084506C4}" dt="2025-01-18T00:46:50.397" v="706"/>
          <ac:spMkLst>
            <pc:docMk/>
            <pc:sldMk cId="1325946802" sldId="292"/>
            <ac:spMk id="34" creationId="{A7009A0A-BEF5-4EAC-AF15-E4F9F002E239}"/>
          </ac:spMkLst>
        </pc:spChg>
        <pc:spChg chg="add del">
          <ac:chgData name="ahmad matar" userId="4c7aac9de00460d4" providerId="Windows Live" clId="Web-{69B5E9DD-917B-9A67-E41F-4719084506C4}" dt="2025-01-18T00:47:29.523" v="714"/>
          <ac:spMkLst>
            <pc:docMk/>
            <pc:sldMk cId="1325946802" sldId="292"/>
            <ac:spMk id="39" creationId="{5F637E18-EF26-4327-9077-7FFC67B98B96}"/>
          </ac:spMkLst>
        </pc:spChg>
        <pc:spChg chg="add del">
          <ac:chgData name="ahmad matar" userId="4c7aac9de00460d4" providerId="Windows Live" clId="Web-{69B5E9DD-917B-9A67-E41F-4719084506C4}" dt="2025-01-18T00:47:29.523" v="714"/>
          <ac:spMkLst>
            <pc:docMk/>
            <pc:sldMk cId="1325946802" sldId="292"/>
            <ac:spMk id="41" creationId="{3EED6667-6BE8-A2AB-422A-5A1D89727E35}"/>
          </ac:spMkLst>
        </pc:spChg>
        <pc:spChg chg="add">
          <ac:chgData name="ahmad matar" userId="4c7aac9de00460d4" providerId="Windows Live" clId="Web-{69B5E9DD-917B-9A67-E41F-4719084506C4}" dt="2025-01-18T00:47:29.523" v="714"/>
          <ac:spMkLst>
            <pc:docMk/>
            <pc:sldMk cId="1325946802" sldId="292"/>
            <ac:spMk id="46" creationId="{A8384FB5-9ADC-4DDC-881B-597D56F5B15D}"/>
          </ac:spMkLst>
        </pc:spChg>
        <pc:spChg chg="add">
          <ac:chgData name="ahmad matar" userId="4c7aac9de00460d4" providerId="Windows Live" clId="Web-{69B5E9DD-917B-9A67-E41F-4719084506C4}" dt="2025-01-18T00:47:29.523" v="714"/>
          <ac:spMkLst>
            <pc:docMk/>
            <pc:sldMk cId="1325946802" sldId="292"/>
            <ac:spMk id="48" creationId="{1199E1B1-A8C0-4FE8-A5A8-1CB41D69F857}"/>
          </ac:spMkLst>
        </pc:spChg>
        <pc:spChg chg="add">
          <ac:chgData name="ahmad matar" userId="4c7aac9de00460d4" providerId="Windows Live" clId="Web-{69B5E9DD-917B-9A67-E41F-4719084506C4}" dt="2025-01-18T00:47:29.523" v="714"/>
          <ac:spMkLst>
            <pc:docMk/>
            <pc:sldMk cId="1325946802" sldId="292"/>
            <ac:spMk id="50" creationId="{84A8DE83-DE75-4B41-9DB4-A7EC0B0DEC0B}"/>
          </ac:spMkLst>
        </pc:spChg>
        <pc:spChg chg="add">
          <ac:chgData name="ahmad matar" userId="4c7aac9de00460d4" providerId="Windows Live" clId="Web-{69B5E9DD-917B-9A67-E41F-4719084506C4}" dt="2025-01-18T00:47:29.523" v="714"/>
          <ac:spMkLst>
            <pc:docMk/>
            <pc:sldMk cId="1325946802" sldId="292"/>
            <ac:spMk id="52" creationId="{A7009A0A-BEF5-4EAC-AF15-E4F9F002E239}"/>
          </ac:spMkLst>
        </pc:spChg>
        <pc:picChg chg="add del mod ord">
          <ac:chgData name="ahmad matar" userId="4c7aac9de00460d4" providerId="Windows Live" clId="Web-{69B5E9DD-917B-9A67-E41F-4719084506C4}" dt="2025-01-18T00:44:36.081" v="695"/>
          <ac:picMkLst>
            <pc:docMk/>
            <pc:sldMk cId="1325946802" sldId="292"/>
            <ac:picMk id="4" creationId="{744857FB-F760-6EB6-14C4-DB00A7041529}"/>
          </ac:picMkLst>
        </pc:picChg>
        <pc:picChg chg="add del mod ord">
          <ac:chgData name="ahmad matar" userId="4c7aac9de00460d4" providerId="Windows Live" clId="Web-{69B5E9DD-917B-9A67-E41F-4719084506C4}" dt="2025-01-18T00:46:16.537" v="704"/>
          <ac:picMkLst>
            <pc:docMk/>
            <pc:sldMk cId="1325946802" sldId="292"/>
            <ac:picMk id="7" creationId="{1129AE21-C131-3906-5DD0-C0545B261309}"/>
          </ac:picMkLst>
        </pc:picChg>
        <pc:picChg chg="add del mod ord">
          <ac:chgData name="ahmad matar" userId="4c7aac9de00460d4" providerId="Windows Live" clId="Web-{69B5E9DD-917B-9A67-E41F-4719084506C4}" dt="2025-01-18T00:47:23.804" v="711"/>
          <ac:picMkLst>
            <pc:docMk/>
            <pc:sldMk cId="1325946802" sldId="292"/>
            <ac:picMk id="18" creationId="{C0531548-FD3C-AA39-F896-859A7180E4AF}"/>
          </ac:picMkLst>
        </pc:picChg>
        <pc:picChg chg="add mod">
          <ac:chgData name="ahmad matar" userId="4c7aac9de00460d4" providerId="Windows Live" clId="Web-{69B5E9DD-917B-9A67-E41F-4719084506C4}" dt="2025-01-18T00:47:29.523" v="714"/>
          <ac:picMkLst>
            <pc:docMk/>
            <pc:sldMk cId="1325946802" sldId="292"/>
            <ac:picMk id="25" creationId="{306EE3A9-CBC0-E77D-38B2-6982777BC2A1}"/>
          </ac:picMkLst>
        </pc:picChg>
      </pc:sldChg>
      <pc:sldChg chg="addSp delSp modSp new del mod ord setBg">
        <pc:chgData name="ahmad matar" userId="4c7aac9de00460d4" providerId="Windows Live" clId="Web-{69B5E9DD-917B-9A67-E41F-4719084506C4}" dt="2025-01-18T00:47:38.492" v="715"/>
        <pc:sldMkLst>
          <pc:docMk/>
          <pc:sldMk cId="2709276126" sldId="293"/>
        </pc:sldMkLst>
        <pc:spChg chg="del">
          <ac:chgData name="ahmad matar" userId="4c7aac9de00460d4" providerId="Windows Live" clId="Web-{69B5E9DD-917B-9A67-E41F-4719084506C4}" dt="2025-01-18T00:43:13.732" v="694"/>
          <ac:spMkLst>
            <pc:docMk/>
            <pc:sldMk cId="2709276126" sldId="293"/>
            <ac:spMk id="2" creationId="{5141A858-09F6-F3C2-1E6A-6E9FDC61AB3C}"/>
          </ac:spMkLst>
        </pc:spChg>
        <pc:spChg chg="del">
          <ac:chgData name="ahmad matar" userId="4c7aac9de00460d4" providerId="Windows Live" clId="Web-{69B5E9DD-917B-9A67-E41F-4719084506C4}" dt="2025-01-18T00:43:10.529" v="693"/>
          <ac:spMkLst>
            <pc:docMk/>
            <pc:sldMk cId="2709276126" sldId="293"/>
            <ac:spMk id="3" creationId="{A038BC73-894D-57B7-4A7E-7340581E31E2}"/>
          </ac:spMkLst>
        </pc:spChg>
        <pc:picChg chg="add mod ord">
          <ac:chgData name="ahmad matar" userId="4c7aac9de00460d4" providerId="Windows Live" clId="Web-{69B5E9DD-917B-9A67-E41F-4719084506C4}" dt="2025-01-18T00:43:13.732" v="694"/>
          <ac:picMkLst>
            <pc:docMk/>
            <pc:sldMk cId="2709276126" sldId="293"/>
            <ac:picMk id="4" creationId="{945EC752-A308-68CC-6C25-72CDAF23E3E8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0:49:34.932" v="760"/>
        <pc:sldMkLst>
          <pc:docMk/>
          <pc:sldMk cId="661242945" sldId="294"/>
        </pc:sldMkLst>
        <pc:spChg chg="mod">
          <ac:chgData name="ahmad matar" userId="4c7aac9de00460d4" providerId="Windows Live" clId="Web-{69B5E9DD-917B-9A67-E41F-4719084506C4}" dt="2025-01-18T00:49:34.932" v="760"/>
          <ac:spMkLst>
            <pc:docMk/>
            <pc:sldMk cId="661242945" sldId="294"/>
            <ac:spMk id="2" creationId="{F788556F-0056-0A36-23B5-6F458FB6E0F2}"/>
          </ac:spMkLst>
        </pc:spChg>
        <pc:spChg chg="del">
          <ac:chgData name="ahmad matar" userId="4c7aac9de00460d4" providerId="Windows Live" clId="Web-{69B5E9DD-917B-9A67-E41F-4719084506C4}" dt="2025-01-18T00:49:19.760" v="753"/>
          <ac:spMkLst>
            <pc:docMk/>
            <pc:sldMk cId="661242945" sldId="294"/>
            <ac:spMk id="3" creationId="{195D7D98-F327-EBAD-51EC-0426FE044D28}"/>
          </ac:spMkLst>
        </pc:spChg>
        <pc:spChg chg="add del">
          <ac:chgData name="ahmad matar" userId="4c7aac9de00460d4" providerId="Windows Live" clId="Web-{69B5E9DD-917B-9A67-E41F-4719084506C4}" dt="2025-01-18T00:49:32.604" v="757"/>
          <ac:spMkLst>
            <pc:docMk/>
            <pc:sldMk cId="661242945" sldId="294"/>
            <ac:spMk id="13" creationId="{80E1DC3A-1B92-BE3F-2259-3FFDF149F021}"/>
          </ac:spMkLst>
        </pc:spChg>
        <pc:spChg chg="add">
          <ac:chgData name="ahmad matar" userId="4c7aac9de00460d4" providerId="Windows Live" clId="Web-{69B5E9DD-917B-9A67-E41F-4719084506C4}" dt="2025-01-18T00:49:34.932" v="760"/>
          <ac:spMkLst>
            <pc:docMk/>
            <pc:sldMk cId="661242945" sldId="294"/>
            <ac:spMk id="14" creationId="{F0DCC097-1DB8-4B6D-85D0-6FBA0E1CA4BA}"/>
          </ac:spMkLst>
        </pc:spChg>
        <pc:spChg chg="add del">
          <ac:chgData name="ahmad matar" userId="4c7aac9de00460d4" providerId="Windows Live" clId="Web-{69B5E9DD-917B-9A67-E41F-4719084506C4}" dt="2025-01-18T00:49:32.604" v="757"/>
          <ac:spMkLst>
            <pc:docMk/>
            <pc:sldMk cId="661242945" sldId="294"/>
            <ac:spMk id="16" creationId="{1A95671B-3CC6-4792-9114-B74FAEA224E6}"/>
          </ac:spMkLst>
        </pc:spChg>
        <pc:spChg chg="add del">
          <ac:chgData name="ahmad matar" userId="4c7aac9de00460d4" providerId="Windows Live" clId="Web-{69B5E9DD-917B-9A67-E41F-4719084506C4}" dt="2025-01-18T00:49:34.917" v="759"/>
          <ac:spMkLst>
            <pc:docMk/>
            <pc:sldMk cId="661242945" sldId="294"/>
            <ac:spMk id="18" creationId="{CD8B4F24-440B-49E9-B85D-733523DC064B}"/>
          </ac:spMkLst>
        </pc:spChg>
        <pc:spChg chg="add del">
          <ac:chgData name="ahmad matar" userId="4c7aac9de00460d4" providerId="Windows Live" clId="Web-{69B5E9DD-917B-9A67-E41F-4719084506C4}" dt="2025-01-18T00:49:34.917" v="759"/>
          <ac:spMkLst>
            <pc:docMk/>
            <pc:sldMk cId="661242945" sldId="294"/>
            <ac:spMk id="19" creationId="{2B97F24A-32CE-4C1C-A50D-3016B394DCFB}"/>
          </ac:spMkLst>
        </pc:spChg>
        <pc:spChg chg="add del">
          <ac:chgData name="ahmad matar" userId="4c7aac9de00460d4" providerId="Windows Live" clId="Web-{69B5E9DD-917B-9A67-E41F-4719084506C4}" dt="2025-01-18T00:49:34.917" v="759"/>
          <ac:spMkLst>
            <pc:docMk/>
            <pc:sldMk cId="661242945" sldId="294"/>
            <ac:spMk id="20" creationId="{D463C8A2-ED87-5B8C-98D8-E32043B19EB7}"/>
          </ac:spMkLst>
        </pc:spChg>
        <pc:spChg chg="add">
          <ac:chgData name="ahmad matar" userId="4c7aac9de00460d4" providerId="Windows Live" clId="Web-{69B5E9DD-917B-9A67-E41F-4719084506C4}" dt="2025-01-18T00:49:34.932" v="760"/>
          <ac:spMkLst>
            <pc:docMk/>
            <pc:sldMk cId="661242945" sldId="294"/>
            <ac:spMk id="22" creationId="{E0B58608-23C8-4441-994D-C6823EEE1DB7}"/>
          </ac:spMkLst>
        </pc:spChg>
        <pc:picChg chg="add mod ord">
          <ac:chgData name="ahmad matar" userId="4c7aac9de00460d4" providerId="Windows Live" clId="Web-{69B5E9DD-917B-9A67-E41F-4719084506C4}" dt="2025-01-18T00:49:34.932" v="760"/>
          <ac:picMkLst>
            <pc:docMk/>
            <pc:sldMk cId="661242945" sldId="294"/>
            <ac:picMk id="4" creationId="{E0ADFB82-819F-4524-63C0-ECE0BE4B11E4}"/>
          </ac:picMkLst>
        </pc:picChg>
        <pc:cxnChg chg="add del">
          <ac:chgData name="ahmad matar" userId="4c7aac9de00460d4" providerId="Windows Live" clId="Web-{69B5E9DD-917B-9A67-E41F-4719084506C4}" dt="2025-01-18T00:49:34.932" v="760"/>
          <ac:cxnSpMkLst>
            <pc:docMk/>
            <pc:sldMk cId="661242945" sldId="294"/>
            <ac:cxnSpMk id="9" creationId="{33193FD5-6A49-7562-EA76-F15D42E15804}"/>
          </ac:cxnSpMkLst>
        </pc:cxnChg>
      </pc:sldChg>
      <pc:sldChg chg="add replId">
        <pc:chgData name="ahmad matar" userId="4c7aac9de00460d4" providerId="Windows Live" clId="Web-{69B5E9DD-917B-9A67-E41F-4719084506C4}" dt="2025-01-18T00:47:13.695" v="710"/>
        <pc:sldMkLst>
          <pc:docMk/>
          <pc:sldMk cId="92722756" sldId="295"/>
        </pc:sldMkLst>
      </pc:sldChg>
      <pc:sldChg chg="addSp delSp modSp new mod setBg">
        <pc:chgData name="ahmad matar" userId="4c7aac9de00460d4" providerId="Windows Live" clId="Web-{69B5E9DD-917B-9A67-E41F-4719084506C4}" dt="2025-01-18T00:53:19.250" v="765" actId="14100"/>
        <pc:sldMkLst>
          <pc:docMk/>
          <pc:sldMk cId="935138505" sldId="296"/>
        </pc:sldMkLst>
        <pc:spChg chg="del">
          <ac:chgData name="ahmad matar" userId="4c7aac9de00460d4" providerId="Windows Live" clId="Web-{69B5E9DD-917B-9A67-E41F-4719084506C4}" dt="2025-01-18T00:53:12.094" v="763"/>
          <ac:spMkLst>
            <pc:docMk/>
            <pc:sldMk cId="935138505" sldId="296"/>
            <ac:spMk id="2" creationId="{922CC780-1A0C-7C06-D74D-6F66CBFDDCEB}"/>
          </ac:spMkLst>
        </pc:spChg>
        <pc:spChg chg="del">
          <ac:chgData name="ahmad matar" userId="4c7aac9de00460d4" providerId="Windows Live" clId="Web-{69B5E9DD-917B-9A67-E41F-4719084506C4}" dt="2025-01-18T00:53:09.078" v="762"/>
          <ac:spMkLst>
            <pc:docMk/>
            <pc:sldMk cId="935138505" sldId="296"/>
            <ac:spMk id="3" creationId="{747141FC-05D0-1924-9305-BD77D9357B00}"/>
          </ac:spMkLst>
        </pc:spChg>
        <pc:picChg chg="add mod ord">
          <ac:chgData name="ahmad matar" userId="4c7aac9de00460d4" providerId="Windows Live" clId="Web-{69B5E9DD-917B-9A67-E41F-4719084506C4}" dt="2025-01-18T00:53:19.250" v="765" actId="14100"/>
          <ac:picMkLst>
            <pc:docMk/>
            <pc:sldMk cId="935138505" sldId="296"/>
            <ac:picMk id="4" creationId="{EC1E9A84-D6F2-C322-60DB-70A59F4A5638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0:58:48.968" v="772" actId="14100"/>
        <pc:sldMkLst>
          <pc:docMk/>
          <pc:sldMk cId="2966263404" sldId="297"/>
        </pc:sldMkLst>
        <pc:spChg chg="del">
          <ac:chgData name="ahmad matar" userId="4c7aac9de00460d4" providerId="Windows Live" clId="Web-{69B5E9DD-917B-9A67-E41F-4719084506C4}" dt="2025-01-18T00:58:33.437" v="768"/>
          <ac:spMkLst>
            <pc:docMk/>
            <pc:sldMk cId="2966263404" sldId="297"/>
            <ac:spMk id="2" creationId="{152F7A54-A2C9-9F5C-61B7-7D0FB8CDEEB2}"/>
          </ac:spMkLst>
        </pc:spChg>
        <pc:spChg chg="del">
          <ac:chgData name="ahmad matar" userId="4c7aac9de00460d4" providerId="Windows Live" clId="Web-{69B5E9DD-917B-9A67-E41F-4719084506C4}" dt="2025-01-18T00:58:30.499" v="767"/>
          <ac:spMkLst>
            <pc:docMk/>
            <pc:sldMk cId="2966263404" sldId="297"/>
            <ac:spMk id="3" creationId="{BBD5DC51-09D3-8F5F-6D2B-D6418EFA5F45}"/>
          </ac:spMkLst>
        </pc:spChg>
        <pc:spChg chg="add">
          <ac:chgData name="ahmad matar" userId="4c7aac9de00460d4" providerId="Windows Live" clId="Web-{69B5E9DD-917B-9A67-E41F-4719084506C4}" dt="2025-01-18T00:58:33.437" v="768"/>
          <ac:spMkLst>
            <pc:docMk/>
            <pc:sldMk cId="2966263404" sldId="297"/>
            <ac:spMk id="9" creationId="{32BC26D8-82FB-445E-AA49-62A77D7C1EE0}"/>
          </ac:spMkLst>
        </pc:spChg>
        <pc:spChg chg="add">
          <ac:chgData name="ahmad matar" userId="4c7aac9de00460d4" providerId="Windows Live" clId="Web-{69B5E9DD-917B-9A67-E41F-4719084506C4}" dt="2025-01-18T00:58:33.437" v="768"/>
          <ac:spMkLst>
            <pc:docMk/>
            <pc:sldMk cId="2966263404" sldId="297"/>
            <ac:spMk id="11" creationId="{CB44330D-EA18-4254-AA95-EB49948539B8}"/>
          </ac:spMkLst>
        </pc:spChg>
        <pc:picChg chg="add mod ord">
          <ac:chgData name="ahmad matar" userId="4c7aac9de00460d4" providerId="Windows Live" clId="Web-{69B5E9DD-917B-9A67-E41F-4719084506C4}" dt="2025-01-18T00:58:48.968" v="772" actId="14100"/>
          <ac:picMkLst>
            <pc:docMk/>
            <pc:sldMk cId="2966263404" sldId="297"/>
            <ac:picMk id="4" creationId="{6BCCAA26-7B73-CD1A-47FF-FC0C30B7B3DC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1:08:52.519" v="809" actId="14100"/>
        <pc:sldMkLst>
          <pc:docMk/>
          <pc:sldMk cId="2030628232" sldId="298"/>
        </pc:sldMkLst>
        <pc:spChg chg="mod">
          <ac:chgData name="ahmad matar" userId="4c7aac9de00460d4" providerId="Windows Live" clId="Web-{69B5E9DD-917B-9A67-E41F-4719084506C4}" dt="2025-01-18T01:08:41.722" v="807"/>
          <ac:spMkLst>
            <pc:docMk/>
            <pc:sldMk cId="2030628232" sldId="298"/>
            <ac:spMk id="2" creationId="{DD19045A-9D79-137B-3293-C2C64129F748}"/>
          </ac:spMkLst>
        </pc:spChg>
        <pc:spChg chg="del">
          <ac:chgData name="ahmad matar" userId="4c7aac9de00460d4" providerId="Windows Live" clId="Web-{69B5E9DD-917B-9A67-E41F-4719084506C4}" dt="2025-01-18T01:08:33.440" v="802"/>
          <ac:spMkLst>
            <pc:docMk/>
            <pc:sldMk cId="2030628232" sldId="298"/>
            <ac:spMk id="3" creationId="{FE9BAE01-388F-2560-8784-77BBEBCAF7E4}"/>
          </ac:spMkLst>
        </pc:spChg>
        <pc:spChg chg="add del">
          <ac:chgData name="ahmad matar" userId="4c7aac9de00460d4" providerId="Windows Live" clId="Web-{69B5E9DD-917B-9A67-E41F-4719084506C4}" dt="2025-01-18T01:08:39.065" v="804"/>
          <ac:spMkLst>
            <pc:docMk/>
            <pc:sldMk cId="2030628232" sldId="298"/>
            <ac:spMk id="8" creationId="{A0BA3B23-E23D-EAE0-64CC-04A69526B7B3}"/>
          </ac:spMkLst>
        </pc:spChg>
        <pc:spChg chg="add">
          <ac:chgData name="ahmad matar" userId="4c7aac9de00460d4" providerId="Windows Live" clId="Web-{69B5E9DD-917B-9A67-E41F-4719084506C4}" dt="2025-01-18T01:08:41.722" v="807"/>
          <ac:spMkLst>
            <pc:docMk/>
            <pc:sldMk cId="2030628232" sldId="298"/>
            <ac:spMk id="9" creationId="{A4AC5506-6312-4701-8D3C-40187889A947}"/>
          </ac:spMkLst>
        </pc:spChg>
        <pc:spChg chg="add del">
          <ac:chgData name="ahmad matar" userId="4c7aac9de00460d4" providerId="Windows Live" clId="Web-{69B5E9DD-917B-9A67-E41F-4719084506C4}" dt="2025-01-18T01:08:39.065" v="804"/>
          <ac:spMkLst>
            <pc:docMk/>
            <pc:sldMk cId="2030628232" sldId="298"/>
            <ac:spMk id="11" creationId="{2B97F24A-32CE-4C1C-A50D-3016B394DCFB}"/>
          </ac:spMkLst>
        </pc:spChg>
        <pc:spChg chg="add del">
          <ac:chgData name="ahmad matar" userId="4c7aac9de00460d4" providerId="Windows Live" clId="Web-{69B5E9DD-917B-9A67-E41F-4719084506C4}" dt="2025-01-18T01:08:39.065" v="804"/>
          <ac:spMkLst>
            <pc:docMk/>
            <pc:sldMk cId="2030628232" sldId="298"/>
            <ac:spMk id="13" creationId="{CD8B4F24-440B-49E9-B85D-733523DC064B}"/>
          </ac:spMkLst>
        </pc:spChg>
        <pc:spChg chg="add del">
          <ac:chgData name="ahmad matar" userId="4c7aac9de00460d4" providerId="Windows Live" clId="Web-{69B5E9DD-917B-9A67-E41F-4719084506C4}" dt="2025-01-18T01:08:41.722" v="806"/>
          <ac:spMkLst>
            <pc:docMk/>
            <pc:sldMk cId="2030628232" sldId="298"/>
            <ac:spMk id="15" creationId="{2B97F24A-32CE-4C1C-A50D-3016B394DCFB}"/>
          </ac:spMkLst>
        </pc:spChg>
        <pc:spChg chg="add del">
          <ac:chgData name="ahmad matar" userId="4c7aac9de00460d4" providerId="Windows Live" clId="Web-{69B5E9DD-917B-9A67-E41F-4719084506C4}" dt="2025-01-18T01:08:41.722" v="806"/>
          <ac:spMkLst>
            <pc:docMk/>
            <pc:sldMk cId="2030628232" sldId="298"/>
            <ac:spMk id="16" creationId="{6357EC4F-235E-4222-A36F-C7878ACE37F2}"/>
          </ac:spMkLst>
        </pc:spChg>
        <pc:spChg chg="add del">
          <ac:chgData name="ahmad matar" userId="4c7aac9de00460d4" providerId="Windows Live" clId="Web-{69B5E9DD-917B-9A67-E41F-4719084506C4}" dt="2025-01-18T01:08:41.722" v="806"/>
          <ac:spMkLst>
            <pc:docMk/>
            <pc:sldMk cId="2030628232" sldId="298"/>
            <ac:spMk id="17" creationId="{4CD26998-130C-9A4B-A9C4-AE87B1F3D326}"/>
          </ac:spMkLst>
        </pc:spChg>
        <pc:picChg chg="add mod ord">
          <ac:chgData name="ahmad matar" userId="4c7aac9de00460d4" providerId="Windows Live" clId="Web-{69B5E9DD-917B-9A67-E41F-4719084506C4}" dt="2025-01-18T01:08:52.519" v="809" actId="14100"/>
          <ac:picMkLst>
            <pc:docMk/>
            <pc:sldMk cId="2030628232" sldId="298"/>
            <ac:picMk id="4" creationId="{F2F71FEC-9AD6-24AD-DE76-772C3A096924}"/>
          </ac:picMkLst>
        </pc:picChg>
      </pc:sldChg>
      <pc:sldChg chg="addSp delSp modSp new mod setBg">
        <pc:chgData name="ahmad matar" userId="4c7aac9de00460d4" providerId="Windows Live" clId="Web-{69B5E9DD-917B-9A67-E41F-4719084506C4}" dt="2025-01-18T01:28:18.178" v="874" actId="1076"/>
        <pc:sldMkLst>
          <pc:docMk/>
          <pc:sldMk cId="3357250538" sldId="299"/>
        </pc:sldMkLst>
        <pc:spChg chg="del">
          <ac:chgData name="ahmad matar" userId="4c7aac9de00460d4" providerId="Windows Live" clId="Web-{69B5E9DD-917B-9A67-E41F-4719084506C4}" dt="2025-01-18T01:22:23.824" v="831"/>
          <ac:spMkLst>
            <pc:docMk/>
            <pc:sldMk cId="3357250538" sldId="299"/>
            <ac:spMk id="2" creationId="{87E0C410-E3FA-661A-5049-F665A958DBA6}"/>
          </ac:spMkLst>
        </pc:spChg>
        <pc:spChg chg="del">
          <ac:chgData name="ahmad matar" userId="4c7aac9de00460d4" providerId="Windows Live" clId="Web-{69B5E9DD-917B-9A67-E41F-4719084506C4}" dt="2025-01-18T01:22:20.042" v="830"/>
          <ac:spMkLst>
            <pc:docMk/>
            <pc:sldMk cId="3357250538" sldId="299"/>
            <ac:spMk id="3" creationId="{FF99ADF9-2EC0-FA29-7C7B-202A36BCE335}"/>
          </ac:spMkLst>
        </pc:spChg>
        <pc:spChg chg="add del">
          <ac:chgData name="ahmad matar" userId="4c7aac9de00460d4" providerId="Windows Live" clId="Web-{69B5E9DD-917B-9A67-E41F-4719084506C4}" dt="2025-01-18T01:26:37.332" v="839"/>
          <ac:spMkLst>
            <pc:docMk/>
            <pc:sldMk cId="3357250538" sldId="299"/>
            <ac:spMk id="9" creationId="{42A4FC2C-047E-45A5-965D-8E1E3BF09BC6}"/>
          </ac:spMkLst>
        </pc:spChg>
        <pc:spChg chg="add del">
          <ac:chgData name="ahmad matar" userId="4c7aac9de00460d4" providerId="Windows Live" clId="Web-{69B5E9DD-917B-9A67-E41F-4719084506C4}" dt="2025-01-18T01:26:37.332" v="838"/>
          <ac:spMkLst>
            <pc:docMk/>
            <pc:sldMk cId="3357250538" sldId="299"/>
            <ac:spMk id="13" creationId="{E5469A60-EED8-8D03-A929-47A2D177F64D}"/>
          </ac:spMkLst>
        </pc:spChg>
        <pc:spChg chg="add del">
          <ac:chgData name="ahmad matar" userId="4c7aac9de00460d4" providerId="Windows Live" clId="Web-{69B5E9DD-917B-9A67-E41F-4719084506C4}" dt="2025-01-18T01:27:20.349" v="861"/>
          <ac:spMkLst>
            <pc:docMk/>
            <pc:sldMk cId="3357250538" sldId="299"/>
            <ac:spMk id="14" creationId="{AB8C311F-7253-4AED-9701-7FC0708C41C7}"/>
          </ac:spMkLst>
        </pc:spChg>
        <pc:spChg chg="add del">
          <ac:chgData name="ahmad matar" userId="4c7aac9de00460d4" providerId="Windows Live" clId="Web-{69B5E9DD-917B-9A67-E41F-4719084506C4}" dt="2025-01-18T01:26:37.332" v="838"/>
          <ac:spMkLst>
            <pc:docMk/>
            <pc:sldMk cId="3357250538" sldId="299"/>
            <ac:spMk id="16" creationId="{04812C46-200A-4DEB-A05E-3ED6C68C2387}"/>
          </ac:spMkLst>
        </pc:spChg>
        <pc:spChg chg="add del">
          <ac:chgData name="ahmad matar" userId="4c7aac9de00460d4" providerId="Windows Live" clId="Web-{69B5E9DD-917B-9A67-E41F-4719084506C4}" dt="2025-01-18T01:26:37.332" v="838"/>
          <ac:spMkLst>
            <pc:docMk/>
            <pc:sldMk cId="3357250538" sldId="299"/>
            <ac:spMk id="18" creationId="{D1EA859B-E555-4109-94F3-6700E046E008}"/>
          </ac:spMkLst>
        </pc:spChg>
        <pc:spChg chg="add del">
          <ac:chgData name="ahmad matar" userId="4c7aac9de00460d4" providerId="Windows Live" clId="Web-{69B5E9DD-917B-9A67-E41F-4719084506C4}" dt="2025-01-18T01:27:20.349" v="861"/>
          <ac:spMkLst>
            <pc:docMk/>
            <pc:sldMk cId="3357250538" sldId="299"/>
            <ac:spMk id="20" creationId="{A8D57A06-A426-446D-B02C-A2DC6B62E45E}"/>
          </ac:spMkLst>
        </pc:spChg>
        <pc:spChg chg="add del">
          <ac:chgData name="ahmad matar" userId="4c7aac9de00460d4" providerId="Windows Live" clId="Web-{69B5E9DD-917B-9A67-E41F-4719084506C4}" dt="2025-01-18T01:27:20.349" v="861"/>
          <ac:spMkLst>
            <pc:docMk/>
            <pc:sldMk cId="3357250538" sldId="299"/>
            <ac:spMk id="21" creationId="{E2384209-CB15-4CDF-9D31-C44FD9A3F20D}"/>
          </ac:spMkLst>
        </pc:spChg>
        <pc:spChg chg="add del">
          <ac:chgData name="ahmad matar" userId="4c7aac9de00460d4" providerId="Windows Live" clId="Web-{69B5E9DD-917B-9A67-E41F-4719084506C4}" dt="2025-01-18T01:27:20.349" v="861"/>
          <ac:spMkLst>
            <pc:docMk/>
            <pc:sldMk cId="3357250538" sldId="299"/>
            <ac:spMk id="22" creationId="{2633B3B5-CC90-43F0-8714-D31D1F3F0209}"/>
          </ac:spMkLst>
        </pc:spChg>
        <pc:spChg chg="add del">
          <ac:chgData name="ahmad matar" userId="4c7aac9de00460d4" providerId="Windows Live" clId="Web-{69B5E9DD-917B-9A67-E41F-4719084506C4}" dt="2025-01-18T01:27:00.880" v="846"/>
          <ac:spMkLst>
            <pc:docMk/>
            <pc:sldMk cId="3357250538" sldId="299"/>
            <ac:spMk id="26" creationId="{CEFBFB0D-40C1-33A5-3AF2-E6C78F5D0AFC}"/>
          </ac:spMkLst>
        </pc:spChg>
        <pc:spChg chg="add del">
          <ac:chgData name="ahmad matar" userId="4c7aac9de00460d4" providerId="Windows Live" clId="Web-{69B5E9DD-917B-9A67-E41F-4719084506C4}" dt="2025-01-18T01:26:51.426" v="844"/>
          <ac:spMkLst>
            <pc:docMk/>
            <pc:sldMk cId="3357250538" sldId="299"/>
            <ac:spMk id="27" creationId="{42A4FC2C-047E-45A5-965D-8E1E3BF09BC6}"/>
          </ac:spMkLst>
        </pc:spChg>
        <pc:spChg chg="add del">
          <ac:chgData name="ahmad matar" userId="4c7aac9de00460d4" providerId="Windows Live" clId="Web-{69B5E9DD-917B-9A67-E41F-4719084506C4}" dt="2025-01-18T01:27:00.880" v="846"/>
          <ac:spMkLst>
            <pc:docMk/>
            <pc:sldMk cId="3357250538" sldId="299"/>
            <ac:spMk id="29" creationId="{AE3A741D-C19B-960A-5803-1C5887147820}"/>
          </ac:spMkLst>
        </pc:spChg>
        <pc:spChg chg="add del">
          <ac:chgData name="ahmad matar" userId="4c7aac9de00460d4" providerId="Windows Live" clId="Web-{69B5E9DD-917B-9A67-E41F-4719084506C4}" dt="2025-01-18T01:27:00.880" v="846"/>
          <ac:spMkLst>
            <pc:docMk/>
            <pc:sldMk cId="3357250538" sldId="299"/>
            <ac:spMk id="31" creationId="{DC39DE25-0E4E-0AA7-0932-1D78C2372786}"/>
          </ac:spMkLst>
        </pc:spChg>
        <pc:spChg chg="add del">
          <ac:chgData name="ahmad matar" userId="4c7aac9de00460d4" providerId="Windows Live" clId="Web-{69B5E9DD-917B-9A67-E41F-4719084506C4}" dt="2025-01-18T01:27:00.880" v="846"/>
          <ac:spMkLst>
            <pc:docMk/>
            <pc:sldMk cId="3357250538" sldId="299"/>
            <ac:spMk id="33" creationId="{8D6EA299-0840-6DEA-E670-C49AEBC87E89}"/>
          </ac:spMkLst>
        </pc:spChg>
        <pc:spChg chg="add del">
          <ac:chgData name="ahmad matar" userId="4c7aac9de00460d4" providerId="Windows Live" clId="Web-{69B5E9DD-917B-9A67-E41F-4719084506C4}" dt="2025-01-18T01:27:03.333" v="848"/>
          <ac:spMkLst>
            <pc:docMk/>
            <pc:sldMk cId="3357250538" sldId="299"/>
            <ac:spMk id="35" creationId="{B1595A09-E336-4D1B-9B3A-06A2287A54E2}"/>
          </ac:spMkLst>
        </pc:spChg>
        <pc:spChg chg="add del">
          <ac:chgData name="ahmad matar" userId="4c7aac9de00460d4" providerId="Windows Live" clId="Web-{69B5E9DD-917B-9A67-E41F-4719084506C4}" dt="2025-01-18T01:27:03.333" v="848"/>
          <ac:spMkLst>
            <pc:docMk/>
            <pc:sldMk cId="3357250538" sldId="299"/>
            <ac:spMk id="36" creationId="{3540989C-C7B8-473B-BF87-6F2DA6A90006}"/>
          </ac:spMkLst>
        </pc:spChg>
        <pc:spChg chg="add del">
          <ac:chgData name="ahmad matar" userId="4c7aac9de00460d4" providerId="Windows Live" clId="Web-{69B5E9DD-917B-9A67-E41F-4719084506C4}" dt="2025-01-18T01:27:03.333" v="848"/>
          <ac:spMkLst>
            <pc:docMk/>
            <pc:sldMk cId="3357250538" sldId="299"/>
            <ac:spMk id="37" creationId="{29448531-9E90-5B7E-22BF-C8AA7F1C4D9E}"/>
          </ac:spMkLst>
        </pc:spChg>
        <pc:spChg chg="add del">
          <ac:chgData name="ahmad matar" userId="4c7aac9de00460d4" providerId="Windows Live" clId="Web-{69B5E9DD-917B-9A67-E41F-4719084506C4}" dt="2025-01-18T01:27:03.895" v="850"/>
          <ac:spMkLst>
            <pc:docMk/>
            <pc:sldMk cId="3357250538" sldId="299"/>
            <ac:spMk id="39" creationId="{04812C46-200A-4DEB-A05E-3ED6C68C2387}"/>
          </ac:spMkLst>
        </pc:spChg>
        <pc:spChg chg="add del">
          <ac:chgData name="ahmad matar" userId="4c7aac9de00460d4" providerId="Windows Live" clId="Web-{69B5E9DD-917B-9A67-E41F-4719084506C4}" dt="2025-01-18T01:27:03.895" v="850"/>
          <ac:spMkLst>
            <pc:docMk/>
            <pc:sldMk cId="3357250538" sldId="299"/>
            <ac:spMk id="40" creationId="{D1EA859B-E555-4109-94F3-6700E046E008}"/>
          </ac:spMkLst>
        </pc:spChg>
        <pc:spChg chg="add del">
          <ac:chgData name="ahmad matar" userId="4c7aac9de00460d4" providerId="Windows Live" clId="Web-{69B5E9DD-917B-9A67-E41F-4719084506C4}" dt="2025-01-18T01:27:03.895" v="850"/>
          <ac:spMkLst>
            <pc:docMk/>
            <pc:sldMk cId="3357250538" sldId="299"/>
            <ac:spMk id="41" creationId="{C43A9B21-EFD0-9803-9247-72D1FEBE2834}"/>
          </ac:spMkLst>
        </pc:spChg>
        <pc:spChg chg="add del">
          <ac:chgData name="ahmad matar" userId="4c7aac9de00460d4" providerId="Windows Live" clId="Web-{69B5E9DD-917B-9A67-E41F-4719084506C4}" dt="2025-01-18T01:27:07.661" v="852"/>
          <ac:spMkLst>
            <pc:docMk/>
            <pc:sldMk cId="3357250538" sldId="299"/>
            <ac:spMk id="43" creationId="{AB8C311F-7253-4AED-9701-7FC0708C41C7}"/>
          </ac:spMkLst>
        </pc:spChg>
        <pc:spChg chg="add del">
          <ac:chgData name="ahmad matar" userId="4c7aac9de00460d4" providerId="Windows Live" clId="Web-{69B5E9DD-917B-9A67-E41F-4719084506C4}" dt="2025-01-18T01:27:07.661" v="852"/>
          <ac:spMkLst>
            <pc:docMk/>
            <pc:sldMk cId="3357250538" sldId="299"/>
            <ac:spMk id="44" creationId="{E2384209-CB15-4CDF-9D31-C44FD9A3F20D}"/>
          </ac:spMkLst>
        </pc:spChg>
        <pc:spChg chg="add del">
          <ac:chgData name="ahmad matar" userId="4c7aac9de00460d4" providerId="Windows Live" clId="Web-{69B5E9DD-917B-9A67-E41F-4719084506C4}" dt="2025-01-18T01:27:07.661" v="852"/>
          <ac:spMkLst>
            <pc:docMk/>
            <pc:sldMk cId="3357250538" sldId="299"/>
            <ac:spMk id="45" creationId="{2633B3B5-CC90-43F0-8714-D31D1F3F0209}"/>
          </ac:spMkLst>
        </pc:spChg>
        <pc:spChg chg="add del">
          <ac:chgData name="ahmad matar" userId="4c7aac9de00460d4" providerId="Windows Live" clId="Web-{69B5E9DD-917B-9A67-E41F-4719084506C4}" dt="2025-01-18T01:27:07.661" v="852"/>
          <ac:spMkLst>
            <pc:docMk/>
            <pc:sldMk cId="3357250538" sldId="299"/>
            <ac:spMk id="46" creationId="{A8D57A06-A426-446D-B02C-A2DC6B62E45E}"/>
          </ac:spMkLst>
        </pc:spChg>
        <pc:spChg chg="add del">
          <ac:chgData name="ahmad matar" userId="4c7aac9de00460d4" providerId="Windows Live" clId="Web-{69B5E9DD-917B-9A67-E41F-4719084506C4}" dt="2025-01-18T01:27:10.208" v="854"/>
          <ac:spMkLst>
            <pc:docMk/>
            <pc:sldMk cId="3357250538" sldId="299"/>
            <ac:spMk id="48" creationId="{42A4FC2C-047E-45A5-965D-8E1E3BF09BC6}"/>
          </ac:spMkLst>
        </pc:spChg>
        <pc:spChg chg="add del">
          <ac:chgData name="ahmad matar" userId="4c7aac9de00460d4" providerId="Windows Live" clId="Web-{69B5E9DD-917B-9A67-E41F-4719084506C4}" dt="2025-01-18T01:27:15.255" v="856"/>
          <ac:spMkLst>
            <pc:docMk/>
            <pc:sldMk cId="3357250538" sldId="299"/>
            <ac:spMk id="50" creationId="{32BC26D8-82FB-445E-AA49-62A77D7C1EE0}"/>
          </ac:spMkLst>
        </pc:spChg>
        <pc:spChg chg="add del">
          <ac:chgData name="ahmad matar" userId="4c7aac9de00460d4" providerId="Windows Live" clId="Web-{69B5E9DD-917B-9A67-E41F-4719084506C4}" dt="2025-01-18T01:27:15.255" v="856"/>
          <ac:spMkLst>
            <pc:docMk/>
            <pc:sldMk cId="3357250538" sldId="299"/>
            <ac:spMk id="51" creationId="{CB44330D-EA18-4254-AA95-EB49948539B8}"/>
          </ac:spMkLst>
        </pc:spChg>
        <pc:spChg chg="add del">
          <ac:chgData name="ahmad matar" userId="4c7aac9de00460d4" providerId="Windows Live" clId="Web-{69B5E9DD-917B-9A67-E41F-4719084506C4}" dt="2025-01-18T01:27:17.911" v="858"/>
          <ac:spMkLst>
            <pc:docMk/>
            <pc:sldMk cId="3357250538" sldId="299"/>
            <ac:spMk id="53" creationId="{AB8C311F-7253-4AED-9701-7FC0708C41C7}"/>
          </ac:spMkLst>
        </pc:spChg>
        <pc:spChg chg="add del">
          <ac:chgData name="ahmad matar" userId="4c7aac9de00460d4" providerId="Windows Live" clId="Web-{69B5E9DD-917B-9A67-E41F-4719084506C4}" dt="2025-01-18T01:27:17.911" v="858"/>
          <ac:spMkLst>
            <pc:docMk/>
            <pc:sldMk cId="3357250538" sldId="299"/>
            <ac:spMk id="54" creationId="{FD073016-B734-483B-8953-5BADEE145112}"/>
          </ac:spMkLst>
        </pc:spChg>
        <pc:spChg chg="add del">
          <ac:chgData name="ahmad matar" userId="4c7aac9de00460d4" providerId="Windows Live" clId="Web-{69B5E9DD-917B-9A67-E41F-4719084506C4}" dt="2025-01-18T01:27:17.911" v="858"/>
          <ac:spMkLst>
            <pc:docMk/>
            <pc:sldMk cId="3357250538" sldId="299"/>
            <ac:spMk id="55" creationId="{90A7EAB6-59D3-4325-8DE6-E0CA4009CE53}"/>
          </ac:spMkLst>
        </pc:spChg>
        <pc:spChg chg="add del">
          <ac:chgData name="ahmad matar" userId="4c7aac9de00460d4" providerId="Windows Live" clId="Web-{69B5E9DD-917B-9A67-E41F-4719084506C4}" dt="2025-01-18T01:27:17.911" v="858"/>
          <ac:spMkLst>
            <pc:docMk/>
            <pc:sldMk cId="3357250538" sldId="299"/>
            <ac:spMk id="56" creationId="{A8D57A06-A426-446D-B02C-A2DC6B62E45E}"/>
          </ac:spMkLst>
        </pc:spChg>
        <pc:spChg chg="add del">
          <ac:chgData name="ahmad matar" userId="4c7aac9de00460d4" providerId="Windows Live" clId="Web-{69B5E9DD-917B-9A67-E41F-4719084506C4}" dt="2025-01-18T01:27:20.349" v="860"/>
          <ac:spMkLst>
            <pc:docMk/>
            <pc:sldMk cId="3357250538" sldId="299"/>
            <ac:spMk id="58" creationId="{42A4FC2C-047E-45A5-965D-8E1E3BF09BC6}"/>
          </ac:spMkLst>
        </pc:spChg>
        <pc:spChg chg="add del">
          <ac:chgData name="ahmad matar" userId="4c7aac9de00460d4" providerId="Windows Live" clId="Web-{69B5E9DD-917B-9A67-E41F-4719084506C4}" dt="2025-01-18T01:27:55.756" v="867"/>
          <ac:spMkLst>
            <pc:docMk/>
            <pc:sldMk cId="3357250538" sldId="299"/>
            <ac:spMk id="60" creationId="{1500B4A4-B1F1-41EA-886A-B8A210DBCA3B}"/>
          </ac:spMkLst>
        </pc:spChg>
        <pc:spChg chg="add del">
          <ac:chgData name="ahmad matar" userId="4c7aac9de00460d4" providerId="Windows Live" clId="Web-{69B5E9DD-917B-9A67-E41F-4719084506C4}" dt="2025-01-18T01:27:55.756" v="867"/>
          <ac:spMkLst>
            <pc:docMk/>
            <pc:sldMk cId="3357250538" sldId="299"/>
            <ac:spMk id="61" creationId="{5E55A99C-0BDC-4DBE-8E40-9FA66F629FA1}"/>
          </ac:spMkLst>
        </pc:spChg>
        <pc:spChg chg="add del mod">
          <ac:chgData name="ahmad matar" userId="4c7aac9de00460d4" providerId="Windows Live" clId="Web-{69B5E9DD-917B-9A67-E41F-4719084506C4}" dt="2025-01-18T01:28:06.256" v="870"/>
          <ac:spMkLst>
            <pc:docMk/>
            <pc:sldMk cId="3357250538" sldId="299"/>
            <ac:spMk id="65" creationId="{98317E1F-806F-1923-CE3E-AEA44E4AD56A}"/>
          </ac:spMkLst>
        </pc:spChg>
        <pc:picChg chg="add mod ord">
          <ac:chgData name="ahmad matar" userId="4c7aac9de00460d4" providerId="Windows Live" clId="Web-{69B5E9DD-917B-9A67-E41F-4719084506C4}" dt="2025-01-18T01:28:18.178" v="874" actId="1076"/>
          <ac:picMkLst>
            <pc:docMk/>
            <pc:sldMk cId="3357250538" sldId="299"/>
            <ac:picMk id="4" creationId="{111381ED-44FC-6EAF-DDED-029F08C68429}"/>
          </ac:picMkLst>
        </pc:picChg>
        <pc:cxnChg chg="add">
          <ac:chgData name="ahmad matar" userId="4c7aac9de00460d4" providerId="Windows Live" clId="Web-{69B5E9DD-917B-9A67-E41F-4719084506C4}" dt="2025-01-18T01:27:55.756" v="867"/>
          <ac:cxnSpMkLst>
            <pc:docMk/>
            <pc:sldMk cId="3357250538" sldId="299"/>
            <ac:cxnSpMk id="68" creationId="{249EDD1B-F94D-B4E6-ACAA-566B9A26FDE3}"/>
          </ac:cxnSpMkLst>
        </pc:cxnChg>
      </pc:sldChg>
      <pc:sldChg chg="addSp delSp modSp new mod setBg">
        <pc:chgData name="ahmad matar" userId="4c7aac9de00460d4" providerId="Windows Live" clId="Web-{69B5E9DD-917B-9A67-E41F-4719084506C4}" dt="2025-01-18T01:22:41.496" v="834" actId="14100"/>
        <pc:sldMkLst>
          <pc:docMk/>
          <pc:sldMk cId="3219973495" sldId="300"/>
        </pc:sldMkLst>
        <pc:spChg chg="mod">
          <ac:chgData name="ahmad matar" userId="4c7aac9de00460d4" providerId="Windows Live" clId="Web-{69B5E9DD-917B-9A67-E41F-4719084506C4}" dt="2025-01-18T01:10:34.021" v="829" actId="1076"/>
          <ac:spMkLst>
            <pc:docMk/>
            <pc:sldMk cId="3219973495" sldId="300"/>
            <ac:spMk id="2" creationId="{FA74A942-06C9-B6B3-DADE-AE09CA3A5EBD}"/>
          </ac:spMkLst>
        </pc:spChg>
        <pc:spChg chg="del">
          <ac:chgData name="ahmad matar" userId="4c7aac9de00460d4" providerId="Windows Live" clId="Web-{69B5E9DD-917B-9A67-E41F-4719084506C4}" dt="2025-01-18T01:10:03.880" v="821"/>
          <ac:spMkLst>
            <pc:docMk/>
            <pc:sldMk cId="3219973495" sldId="300"/>
            <ac:spMk id="3" creationId="{8AE4F5CC-CAF6-86B4-4EFD-DBE3BF5AB291}"/>
          </ac:spMkLst>
        </pc:spChg>
        <pc:spChg chg="add del">
          <ac:chgData name="ahmad matar" userId="4c7aac9de00460d4" providerId="Windows Live" clId="Web-{69B5E9DD-917B-9A67-E41F-4719084506C4}" dt="2025-01-18T01:10:23.599" v="825"/>
          <ac:spMkLst>
            <pc:docMk/>
            <pc:sldMk cId="3219973495" sldId="300"/>
            <ac:spMk id="8" creationId="{784596ED-3170-D5C5-C247-BF3D5006DF12}"/>
          </ac:spMkLst>
        </pc:spChg>
        <pc:spChg chg="add del">
          <ac:chgData name="ahmad matar" userId="4c7aac9de00460d4" providerId="Windows Live" clId="Web-{69B5E9DD-917B-9A67-E41F-4719084506C4}" dt="2025-01-18T01:10:19.849" v="823"/>
          <ac:spMkLst>
            <pc:docMk/>
            <pc:sldMk cId="3219973495" sldId="300"/>
            <ac:spMk id="9" creationId="{FB5B0058-AF13-4859-B429-4EDDE2A26F7F}"/>
          </ac:spMkLst>
        </pc:spChg>
        <pc:spChg chg="add del">
          <ac:chgData name="ahmad matar" userId="4c7aac9de00460d4" providerId="Windows Live" clId="Web-{69B5E9DD-917B-9A67-E41F-4719084506C4}" dt="2025-01-18T01:10:19.849" v="823"/>
          <ac:spMkLst>
            <pc:docMk/>
            <pc:sldMk cId="3219973495" sldId="300"/>
            <ac:spMk id="13" creationId="{81BD432D-FAB3-4B5D-BF27-4DA7C75B3238}"/>
          </ac:spMkLst>
        </pc:spChg>
        <pc:spChg chg="add">
          <ac:chgData name="ahmad matar" userId="4c7aac9de00460d4" providerId="Windows Live" clId="Web-{69B5E9DD-917B-9A67-E41F-4719084506C4}" dt="2025-01-18T01:10:19.865" v="824"/>
          <ac:spMkLst>
            <pc:docMk/>
            <pc:sldMk cId="3219973495" sldId="300"/>
            <ac:spMk id="15" creationId="{0007FE00-9498-4706-B255-6437B0252C02}"/>
          </ac:spMkLst>
        </pc:spChg>
        <pc:spChg chg="add">
          <ac:chgData name="ahmad matar" userId="4c7aac9de00460d4" providerId="Windows Live" clId="Web-{69B5E9DD-917B-9A67-E41F-4719084506C4}" dt="2025-01-18T01:10:19.865" v="824"/>
          <ac:spMkLst>
            <pc:docMk/>
            <pc:sldMk cId="3219973495" sldId="300"/>
            <ac:spMk id="16" creationId="{2EB492CD-616E-47F8-933B-5E2D952A0593}"/>
          </ac:spMkLst>
        </pc:spChg>
        <pc:spChg chg="add">
          <ac:chgData name="ahmad matar" userId="4c7aac9de00460d4" providerId="Windows Live" clId="Web-{69B5E9DD-917B-9A67-E41F-4719084506C4}" dt="2025-01-18T01:10:19.865" v="824"/>
          <ac:spMkLst>
            <pc:docMk/>
            <pc:sldMk cId="3219973495" sldId="300"/>
            <ac:spMk id="17" creationId="{59383CF9-23B5-4335-9B21-1791C4CF1C75}"/>
          </ac:spMkLst>
        </pc:spChg>
        <pc:picChg chg="add mod ord">
          <ac:chgData name="ahmad matar" userId="4c7aac9de00460d4" providerId="Windows Live" clId="Web-{69B5E9DD-917B-9A67-E41F-4719084506C4}" dt="2025-01-18T01:22:41.496" v="834" actId="14100"/>
          <ac:picMkLst>
            <pc:docMk/>
            <pc:sldMk cId="3219973495" sldId="300"/>
            <ac:picMk id="4" creationId="{F1342B05-2E44-7DE2-1976-3287256EE611}"/>
          </ac:picMkLst>
        </pc:picChg>
        <pc:cxnChg chg="add del">
          <ac:chgData name="ahmad matar" userId="4c7aac9de00460d4" providerId="Windows Live" clId="Web-{69B5E9DD-917B-9A67-E41F-4719084506C4}" dt="2025-01-18T01:10:19.849" v="823"/>
          <ac:cxnSpMkLst>
            <pc:docMk/>
            <pc:sldMk cId="3219973495" sldId="300"/>
            <ac:cxnSpMk id="11" creationId="{07A9243D-8FC3-4B36-874B-55906B03F484}"/>
          </ac:cxnSpMkLst>
        </pc:cxnChg>
      </pc:sldChg>
      <pc:sldChg chg="modSp new">
        <pc:chgData name="ahmad matar" userId="4c7aac9de00460d4" providerId="Windows Live" clId="Web-{69B5E9DD-917B-9A67-E41F-4719084506C4}" dt="2025-01-18T01:32:42.529" v="883" actId="20577"/>
        <pc:sldMkLst>
          <pc:docMk/>
          <pc:sldMk cId="7974295" sldId="301"/>
        </pc:sldMkLst>
        <pc:spChg chg="mod">
          <ac:chgData name="ahmad matar" userId="4c7aac9de00460d4" providerId="Windows Live" clId="Web-{69B5E9DD-917B-9A67-E41F-4719084506C4}" dt="2025-01-18T01:32:42.529" v="883" actId="20577"/>
          <ac:spMkLst>
            <pc:docMk/>
            <pc:sldMk cId="7974295" sldId="301"/>
            <ac:spMk id="2" creationId="{28DCE113-7BAC-DBE9-33A4-FC2DB50E3992}"/>
          </ac:spMkLst>
        </pc:spChg>
        <pc:spChg chg="mod">
          <ac:chgData name="ahmad matar" userId="4c7aac9de00460d4" providerId="Windows Live" clId="Web-{69B5E9DD-917B-9A67-E41F-4719084506C4}" dt="2025-01-18T01:28:42.991" v="877" actId="20577"/>
          <ac:spMkLst>
            <pc:docMk/>
            <pc:sldMk cId="7974295" sldId="301"/>
            <ac:spMk id="3" creationId="{21943776-8DB7-288E-6769-64D27EC282B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1BA3C5-882C-428F-9EEA-4EB26DAF50A4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7371048-FA1C-4605-8E12-9970BA006041}">
      <dgm:prSet/>
      <dgm:spPr/>
      <dgm:t>
        <a:bodyPr/>
        <a:lstStyle/>
        <a:p>
          <a:r>
            <a:rPr lang="he-IL" err="1"/>
            <a:t>محتويات</a:t>
          </a:r>
          <a:r>
            <a:rPr lang="he-IL"/>
            <a:t> </a:t>
          </a:r>
          <a:r>
            <a:rPr lang="he-IL" err="1"/>
            <a:t>الكورس</a:t>
          </a:r>
          <a:r>
            <a:rPr lang="he-IL"/>
            <a:t>:</a:t>
          </a:r>
          <a:endParaRPr lang="en-US"/>
        </a:p>
      </dgm:t>
    </dgm:pt>
    <dgm:pt modelId="{D8335B0B-7CDE-4698-B9EB-8158D52A4E93}" type="parTrans" cxnId="{BE43E253-CC83-49E2-977B-2452C7D4AC4C}">
      <dgm:prSet/>
      <dgm:spPr/>
      <dgm:t>
        <a:bodyPr/>
        <a:lstStyle/>
        <a:p>
          <a:endParaRPr lang="en-US"/>
        </a:p>
      </dgm:t>
    </dgm:pt>
    <dgm:pt modelId="{536C0735-6E88-4CE8-8D3D-3E10056B92EB}" type="sibTrans" cxnId="{BE43E253-CC83-49E2-977B-2452C7D4AC4C}">
      <dgm:prSet/>
      <dgm:spPr/>
      <dgm:t>
        <a:bodyPr/>
        <a:lstStyle/>
        <a:p>
          <a:endParaRPr lang="en-US"/>
        </a:p>
      </dgm:t>
    </dgm:pt>
    <dgm:pt modelId="{7A830446-CFE0-4BD6-82D1-A59D7B66EB8F}">
      <dgm:prSet phldr="0"/>
      <dgm:spPr/>
      <dgm:t>
        <a:bodyPr/>
        <a:lstStyle/>
        <a:p>
          <a:pPr rtl="0"/>
          <a:r>
            <a:rPr lang="he-IL" b="0">
              <a:latin typeface="Aptos Display" panose="020F0302020204030204"/>
            </a:rPr>
            <a:t>الأنماط الاستمرارية (مثل الأعلام والمثلثات).</a:t>
          </a:r>
          <a:endParaRPr lang="en-US" b="0"/>
        </a:p>
      </dgm:t>
    </dgm:pt>
    <dgm:pt modelId="{DB31896F-03F5-41CD-B9A9-1D1BE6462364}" type="parTrans" cxnId="{D350C20A-FB5C-431E-88F2-B1B15EB589E2}">
      <dgm:prSet/>
      <dgm:spPr/>
      <dgm:t>
        <a:bodyPr/>
        <a:lstStyle/>
        <a:p>
          <a:endParaRPr lang="en-US"/>
        </a:p>
      </dgm:t>
    </dgm:pt>
    <dgm:pt modelId="{3FE2C5B2-9E90-4113-9800-B62BAD0A2DCF}" type="sibTrans" cxnId="{D350C20A-FB5C-431E-88F2-B1B15EB589E2}">
      <dgm:prSet/>
      <dgm:spPr/>
      <dgm:t>
        <a:bodyPr/>
        <a:lstStyle/>
        <a:p>
          <a:endParaRPr lang="en-US"/>
        </a:p>
      </dgm:t>
    </dgm:pt>
    <dgm:pt modelId="{2DDDB46D-B3FA-4017-BEF2-73E8ABBD48A0}">
      <dgm:prSet phldr="0"/>
      <dgm:spPr/>
      <dgm:t>
        <a:bodyPr/>
        <a:lstStyle/>
        <a:p>
          <a:pPr rtl="0"/>
          <a:r>
            <a:rPr lang="he-IL" b="1" err="1">
              <a:latin typeface="Aptos Display" panose="020F0302020204030204"/>
            </a:rPr>
            <a:t>الشموع</a:t>
          </a:r>
          <a:r>
            <a:rPr lang="he-IL" b="1">
              <a:latin typeface="Aptos Display" panose="020F0302020204030204"/>
            </a:rPr>
            <a:t> اليابانية</a:t>
          </a:r>
          <a:endParaRPr lang="he-IL" b="0">
            <a:latin typeface="Aptos Display" panose="020F0302020204030204"/>
          </a:endParaRPr>
        </a:p>
      </dgm:t>
    </dgm:pt>
    <dgm:pt modelId="{30A9A6CD-E5DE-445E-9BA6-9E7F839FD301}" type="parTrans" cxnId="{0CCAD5C5-92A0-45C3-8993-BF2561E0D5A6}">
      <dgm:prSet/>
      <dgm:spPr/>
    </dgm:pt>
    <dgm:pt modelId="{9AA76001-0035-404F-9F8A-8EC5EA4DAD84}" type="sibTrans" cxnId="{0CCAD5C5-92A0-45C3-8993-BF2561E0D5A6}">
      <dgm:prSet/>
      <dgm:spPr/>
    </dgm:pt>
    <dgm:pt modelId="{8A3384F1-8064-4970-AEB8-619F73268F86}">
      <dgm:prSet phldr="0"/>
      <dgm:spPr/>
      <dgm:t>
        <a:bodyPr/>
        <a:lstStyle/>
        <a:p>
          <a:pPr rtl="0"/>
          <a:r>
            <a:rPr lang="he-IL" b="1">
              <a:latin typeface="Aptos Display" panose="020F0302020204030204"/>
            </a:rPr>
            <a:t>أنماط الأسعار الكلاسيكية:</a:t>
          </a:r>
          <a:endParaRPr lang="en-US" b="0">
            <a:latin typeface="Aptos Display" panose="020F0302020204030204"/>
          </a:endParaRPr>
        </a:p>
      </dgm:t>
    </dgm:pt>
    <dgm:pt modelId="{E2EAA87C-0C0C-4037-9F19-7CFA6D032D64}" type="parTrans" cxnId="{F7D37645-FEC6-49B3-8952-C46CFF0B4F87}">
      <dgm:prSet/>
      <dgm:spPr/>
    </dgm:pt>
    <dgm:pt modelId="{CC9871FB-E7C0-4C3E-802F-A572C047B8E0}" type="sibTrans" cxnId="{F7D37645-FEC6-49B3-8952-C46CFF0B4F87}">
      <dgm:prSet/>
      <dgm:spPr/>
    </dgm:pt>
    <dgm:pt modelId="{DC105568-9451-4EB9-930F-599F983171BD}">
      <dgm:prSet phldr="0"/>
      <dgm:spPr/>
      <dgm:t>
        <a:bodyPr/>
        <a:lstStyle/>
        <a:p>
          <a:pPr rtl="0"/>
          <a:r>
            <a:rPr lang="he-IL" b="0">
              <a:latin typeface="Aptos Display" panose="020F0302020204030204"/>
            </a:rPr>
            <a:t>الأنماط الانعكاسية (مثل الرأس والكتفين، القمم والقيعان المزدوجة).</a:t>
          </a:r>
          <a:endParaRPr lang="en-US" b="0">
            <a:latin typeface="Aptos Display" panose="020F0302020204030204"/>
          </a:endParaRPr>
        </a:p>
      </dgm:t>
    </dgm:pt>
    <dgm:pt modelId="{3120F2E5-1629-4FA0-B17D-272314C2516E}" type="parTrans" cxnId="{5647EC96-F15E-4F7C-9C90-6BC36596198D}">
      <dgm:prSet/>
      <dgm:spPr/>
    </dgm:pt>
    <dgm:pt modelId="{BB307CB1-1488-464C-8F0B-36FEF531522D}" type="sibTrans" cxnId="{5647EC96-F15E-4F7C-9C90-6BC36596198D}">
      <dgm:prSet/>
      <dgm:spPr/>
    </dgm:pt>
    <dgm:pt modelId="{960FE984-CA3C-47BC-8B82-96F61BD22C0B}">
      <dgm:prSet phldr="0"/>
      <dgm:spPr/>
      <dgm:t>
        <a:bodyPr/>
        <a:lstStyle/>
        <a:p>
          <a:pPr rtl="0"/>
          <a:r>
            <a:rPr lang="he-IL" b="1" err="1">
              <a:latin typeface="Aptos Display" panose="020F0302020204030204"/>
            </a:rPr>
            <a:t>انماط</a:t>
          </a:r>
          <a:r>
            <a:rPr lang="he-IL" b="1">
              <a:latin typeface="Aptos Display" panose="020F0302020204030204"/>
            </a:rPr>
            <a:t> </a:t>
          </a:r>
          <a:r>
            <a:rPr lang="he-IL" b="1" err="1">
              <a:latin typeface="Aptos Display" panose="020F0302020204030204"/>
            </a:rPr>
            <a:t>الشموع</a:t>
          </a:r>
          <a:r>
            <a:rPr lang="he-IL" b="1">
              <a:latin typeface="Aptos Display" panose="020F0302020204030204"/>
            </a:rPr>
            <a:t> </a:t>
          </a:r>
          <a:r>
            <a:rPr lang="he-IL" b="1" err="1">
              <a:latin typeface="Aptos Display" panose="020F0302020204030204"/>
            </a:rPr>
            <a:t>اليابانية</a:t>
          </a:r>
          <a:r>
            <a:rPr lang="he-IL" b="1">
              <a:latin typeface="Aptos Display" panose="020F0302020204030204"/>
            </a:rPr>
            <a:t> </a:t>
          </a:r>
          <a:r>
            <a:rPr lang="he-IL" b="1" err="1">
              <a:latin typeface="Aptos Display" panose="020F0302020204030204"/>
            </a:rPr>
            <a:t>الشائعة</a:t>
          </a:r>
          <a:endParaRPr lang="he-IL" b="0" err="1">
            <a:latin typeface="Aptos Display" panose="020F0302020204030204"/>
          </a:endParaRPr>
        </a:p>
      </dgm:t>
    </dgm:pt>
    <dgm:pt modelId="{B63CB25F-3D62-4269-8AAC-345A1C892FDF}" type="parTrans" cxnId="{BE4826B5-649F-49CC-91FF-6F6CED55563A}">
      <dgm:prSet/>
      <dgm:spPr/>
    </dgm:pt>
    <dgm:pt modelId="{D6DD336E-FD47-4712-9425-4B10136BE74E}" type="sibTrans" cxnId="{BE4826B5-649F-49CC-91FF-6F6CED55563A}">
      <dgm:prSet/>
      <dgm:spPr/>
    </dgm:pt>
    <dgm:pt modelId="{0F9CD2D3-0E9E-4DEE-8006-32587E9082C7}" type="pres">
      <dgm:prSet presAssocID="{7A1BA3C5-882C-428F-9EEA-4EB26DAF50A4}" presName="Name0" presStyleCnt="0">
        <dgm:presLayoutVars>
          <dgm:dir/>
          <dgm:animLvl val="lvl"/>
          <dgm:resizeHandles val="exact"/>
        </dgm:presLayoutVars>
      </dgm:prSet>
      <dgm:spPr/>
    </dgm:pt>
    <dgm:pt modelId="{D956D379-BFD3-4089-98EB-A33F85B0B153}" type="pres">
      <dgm:prSet presAssocID="{8A3384F1-8064-4970-AEB8-619F73268F86}" presName="boxAndChildren" presStyleCnt="0"/>
      <dgm:spPr/>
    </dgm:pt>
    <dgm:pt modelId="{FC3893FA-46CD-4A82-8987-984A103ABB22}" type="pres">
      <dgm:prSet presAssocID="{8A3384F1-8064-4970-AEB8-619F73268F86}" presName="parentTextBox" presStyleLbl="alignNode1" presStyleIdx="0" presStyleCnt="3"/>
      <dgm:spPr/>
    </dgm:pt>
    <dgm:pt modelId="{9DD0DD12-83B1-4E53-A7FB-CC885D56BF16}" type="pres">
      <dgm:prSet presAssocID="{8A3384F1-8064-4970-AEB8-619F73268F86}" presName="descendantBox" presStyleLbl="bgAccFollowNode1" presStyleIdx="0" presStyleCnt="3"/>
      <dgm:spPr/>
    </dgm:pt>
    <dgm:pt modelId="{D2D703A7-0F7D-435C-BBC5-A9382A49F1D7}" type="pres">
      <dgm:prSet presAssocID="{9AA76001-0035-404F-9F8A-8EC5EA4DAD84}" presName="sp" presStyleCnt="0"/>
      <dgm:spPr/>
    </dgm:pt>
    <dgm:pt modelId="{0DD1F409-2EA9-448D-B1FA-091581D4ECDD}" type="pres">
      <dgm:prSet presAssocID="{2DDDB46D-B3FA-4017-BEF2-73E8ABBD48A0}" presName="arrowAndChildren" presStyleCnt="0"/>
      <dgm:spPr/>
    </dgm:pt>
    <dgm:pt modelId="{3E505C80-46C7-465F-AC7C-C0A8D8A5275F}" type="pres">
      <dgm:prSet presAssocID="{2DDDB46D-B3FA-4017-BEF2-73E8ABBD48A0}" presName="parentTextArrow" presStyleLbl="node1" presStyleIdx="0" presStyleCnt="1"/>
      <dgm:spPr/>
    </dgm:pt>
    <dgm:pt modelId="{100F1E90-191E-4F56-87D1-AEF2EC4A7459}" type="pres">
      <dgm:prSet presAssocID="{2DDDB46D-B3FA-4017-BEF2-73E8ABBD48A0}" presName="arrow" presStyleLbl="alignNode1" presStyleIdx="1" presStyleCnt="3"/>
      <dgm:spPr/>
    </dgm:pt>
    <dgm:pt modelId="{A072948E-451D-4669-B4B1-E4D7E7C0A1A3}" type="pres">
      <dgm:prSet presAssocID="{2DDDB46D-B3FA-4017-BEF2-73E8ABBD48A0}" presName="descendantArrow" presStyleLbl="bgAccFollowNode1" presStyleIdx="1" presStyleCnt="3"/>
      <dgm:spPr/>
    </dgm:pt>
    <dgm:pt modelId="{AC307AB7-EE27-4CB0-B52A-FEF9D87D351A}" type="pres">
      <dgm:prSet presAssocID="{536C0735-6E88-4CE8-8D3D-3E10056B92EB}" presName="sp" presStyleCnt="0"/>
      <dgm:spPr/>
    </dgm:pt>
    <dgm:pt modelId="{83DAE48F-DBAE-4D1B-8A5B-8F7B1A8CB765}" type="pres">
      <dgm:prSet presAssocID="{87371048-FA1C-4605-8E12-9970BA006041}" presName="arrowAndChildren" presStyleCnt="0"/>
      <dgm:spPr/>
    </dgm:pt>
    <dgm:pt modelId="{CD5E5342-DE4F-4838-9AA6-6E9F62E0BD89}" type="pres">
      <dgm:prSet presAssocID="{87371048-FA1C-4605-8E12-9970BA006041}" presName="parentTextArrow" presStyleLbl="node1" presStyleIdx="0" presStyleCnt="1"/>
      <dgm:spPr/>
    </dgm:pt>
    <dgm:pt modelId="{2F173800-4F04-4060-81A1-636246744DD8}" type="pres">
      <dgm:prSet presAssocID="{87371048-FA1C-4605-8E12-9970BA006041}" presName="arrow" presStyleLbl="alignNode1" presStyleIdx="2" presStyleCnt="3"/>
      <dgm:spPr/>
    </dgm:pt>
    <dgm:pt modelId="{86590AC6-5DC0-496F-94AA-2718617CA851}" type="pres">
      <dgm:prSet presAssocID="{87371048-FA1C-4605-8E12-9970BA006041}" presName="descendantArrow" presStyleLbl="bgAccFollowNode1" presStyleIdx="2" presStyleCnt="3"/>
      <dgm:spPr/>
    </dgm:pt>
  </dgm:ptLst>
  <dgm:cxnLst>
    <dgm:cxn modelId="{E6C17A09-B803-46AA-8253-F6BC347EF920}" type="presOf" srcId="{7A1BA3C5-882C-428F-9EEA-4EB26DAF50A4}" destId="{0F9CD2D3-0E9E-4DEE-8006-32587E9082C7}" srcOrd="0" destOrd="0" presId="urn:microsoft.com/office/officeart/2016/7/layout/VerticalDownArrowProcess"/>
    <dgm:cxn modelId="{DAE6580A-79AD-416C-8186-5FEA3AD8CE17}" type="presOf" srcId="{8A3384F1-8064-4970-AEB8-619F73268F86}" destId="{FC3893FA-46CD-4A82-8987-984A103ABB22}" srcOrd="0" destOrd="0" presId="urn:microsoft.com/office/officeart/2016/7/layout/VerticalDownArrowProcess"/>
    <dgm:cxn modelId="{D350C20A-FB5C-431E-88F2-B1B15EB589E2}" srcId="{8A3384F1-8064-4970-AEB8-619F73268F86}" destId="{7A830446-CFE0-4BD6-82D1-A59D7B66EB8F}" srcOrd="1" destOrd="0" parTransId="{DB31896F-03F5-41CD-B9A9-1D1BE6462364}" sibTransId="{3FE2C5B2-9E90-4113-9800-B62BAD0A2DCF}"/>
    <dgm:cxn modelId="{D436A715-83D3-42E9-88FC-0568A3C972CE}" type="presOf" srcId="{960FE984-CA3C-47BC-8B82-96F61BD22C0B}" destId="{A072948E-451D-4669-B4B1-E4D7E7C0A1A3}" srcOrd="0" destOrd="0" presId="urn:microsoft.com/office/officeart/2016/7/layout/VerticalDownArrowProcess"/>
    <dgm:cxn modelId="{99E75D19-0F97-4199-83C0-01D86BAA4C57}" type="presOf" srcId="{87371048-FA1C-4605-8E12-9970BA006041}" destId="{CD5E5342-DE4F-4838-9AA6-6E9F62E0BD89}" srcOrd="0" destOrd="0" presId="urn:microsoft.com/office/officeart/2016/7/layout/VerticalDownArrowProcess"/>
    <dgm:cxn modelId="{F7D37645-FEC6-49B3-8952-C46CFF0B4F87}" srcId="{7A1BA3C5-882C-428F-9EEA-4EB26DAF50A4}" destId="{8A3384F1-8064-4970-AEB8-619F73268F86}" srcOrd="2" destOrd="0" parTransId="{E2EAA87C-0C0C-4037-9F19-7CFA6D032D64}" sibTransId="{CC9871FB-E7C0-4C3E-802F-A572C047B8E0}"/>
    <dgm:cxn modelId="{F2A0C76F-B264-446D-8BF9-F709DABC203A}" type="presOf" srcId="{7A830446-CFE0-4BD6-82D1-A59D7B66EB8F}" destId="{9DD0DD12-83B1-4E53-A7FB-CC885D56BF16}" srcOrd="0" destOrd="1" presId="urn:microsoft.com/office/officeart/2016/7/layout/VerticalDownArrowProcess"/>
    <dgm:cxn modelId="{BE43E253-CC83-49E2-977B-2452C7D4AC4C}" srcId="{7A1BA3C5-882C-428F-9EEA-4EB26DAF50A4}" destId="{87371048-FA1C-4605-8E12-9970BA006041}" srcOrd="0" destOrd="0" parTransId="{D8335B0B-7CDE-4698-B9EB-8158D52A4E93}" sibTransId="{536C0735-6E88-4CE8-8D3D-3E10056B92EB}"/>
    <dgm:cxn modelId="{A45B3E81-79D7-42A7-B4C2-888BEFD4BFED}" type="presOf" srcId="{87371048-FA1C-4605-8E12-9970BA006041}" destId="{2F173800-4F04-4060-81A1-636246744DD8}" srcOrd="1" destOrd="0" presId="urn:microsoft.com/office/officeart/2016/7/layout/VerticalDownArrowProcess"/>
    <dgm:cxn modelId="{5647EC96-F15E-4F7C-9C90-6BC36596198D}" srcId="{8A3384F1-8064-4970-AEB8-619F73268F86}" destId="{DC105568-9451-4EB9-930F-599F983171BD}" srcOrd="0" destOrd="0" parTransId="{3120F2E5-1629-4FA0-B17D-272314C2516E}" sibTransId="{BB307CB1-1488-464C-8F0B-36FEF531522D}"/>
    <dgm:cxn modelId="{6470C4A6-6424-44CC-9F3B-3880B097EA18}" type="presOf" srcId="{DC105568-9451-4EB9-930F-599F983171BD}" destId="{9DD0DD12-83B1-4E53-A7FB-CC885D56BF16}" srcOrd="0" destOrd="0" presId="urn:microsoft.com/office/officeart/2016/7/layout/VerticalDownArrowProcess"/>
    <dgm:cxn modelId="{BE4826B5-649F-49CC-91FF-6F6CED55563A}" srcId="{2DDDB46D-B3FA-4017-BEF2-73E8ABBD48A0}" destId="{960FE984-CA3C-47BC-8B82-96F61BD22C0B}" srcOrd="0" destOrd="0" parTransId="{B63CB25F-3D62-4269-8AAC-345A1C892FDF}" sibTransId="{D6DD336E-FD47-4712-9425-4B10136BE74E}"/>
    <dgm:cxn modelId="{0CCAD5C5-92A0-45C3-8993-BF2561E0D5A6}" srcId="{7A1BA3C5-882C-428F-9EEA-4EB26DAF50A4}" destId="{2DDDB46D-B3FA-4017-BEF2-73E8ABBD48A0}" srcOrd="1" destOrd="0" parTransId="{30A9A6CD-E5DE-445E-9BA6-9E7F839FD301}" sibTransId="{9AA76001-0035-404F-9F8A-8EC5EA4DAD84}"/>
    <dgm:cxn modelId="{E000DCC5-2B74-4B12-B4E9-7C219694D2E2}" type="presOf" srcId="{2DDDB46D-B3FA-4017-BEF2-73E8ABBD48A0}" destId="{100F1E90-191E-4F56-87D1-AEF2EC4A7459}" srcOrd="1" destOrd="0" presId="urn:microsoft.com/office/officeart/2016/7/layout/VerticalDownArrowProcess"/>
    <dgm:cxn modelId="{E53B51ED-E818-45ED-B323-1D7F48AE0D72}" type="presOf" srcId="{2DDDB46D-B3FA-4017-BEF2-73E8ABBD48A0}" destId="{3E505C80-46C7-465F-AC7C-C0A8D8A5275F}" srcOrd="0" destOrd="0" presId="urn:microsoft.com/office/officeart/2016/7/layout/VerticalDownArrowProcess"/>
    <dgm:cxn modelId="{512EFE0B-0EAB-406D-9BD8-2A213C93A7BB}" type="presParOf" srcId="{0F9CD2D3-0E9E-4DEE-8006-32587E9082C7}" destId="{D956D379-BFD3-4089-98EB-A33F85B0B153}" srcOrd="0" destOrd="0" presId="urn:microsoft.com/office/officeart/2016/7/layout/VerticalDownArrowProcess"/>
    <dgm:cxn modelId="{1C136C87-94D2-4C4B-A7D6-E2FD465DF7D2}" type="presParOf" srcId="{D956D379-BFD3-4089-98EB-A33F85B0B153}" destId="{FC3893FA-46CD-4A82-8987-984A103ABB22}" srcOrd="0" destOrd="0" presId="urn:microsoft.com/office/officeart/2016/7/layout/VerticalDownArrowProcess"/>
    <dgm:cxn modelId="{6A86E62A-E050-4752-8FEA-E7F650F2B863}" type="presParOf" srcId="{D956D379-BFD3-4089-98EB-A33F85B0B153}" destId="{9DD0DD12-83B1-4E53-A7FB-CC885D56BF16}" srcOrd="1" destOrd="0" presId="urn:microsoft.com/office/officeart/2016/7/layout/VerticalDownArrowProcess"/>
    <dgm:cxn modelId="{2B5A55CB-8704-4537-8664-864CAB5B5F64}" type="presParOf" srcId="{0F9CD2D3-0E9E-4DEE-8006-32587E9082C7}" destId="{D2D703A7-0F7D-435C-BBC5-A9382A49F1D7}" srcOrd="1" destOrd="0" presId="urn:microsoft.com/office/officeart/2016/7/layout/VerticalDownArrowProcess"/>
    <dgm:cxn modelId="{CC72E93A-F5C6-41D9-85D4-DA09ECA95401}" type="presParOf" srcId="{0F9CD2D3-0E9E-4DEE-8006-32587E9082C7}" destId="{0DD1F409-2EA9-448D-B1FA-091581D4ECDD}" srcOrd="2" destOrd="0" presId="urn:microsoft.com/office/officeart/2016/7/layout/VerticalDownArrowProcess"/>
    <dgm:cxn modelId="{1495C34C-5428-47CA-9D98-90343D985AC1}" type="presParOf" srcId="{0DD1F409-2EA9-448D-B1FA-091581D4ECDD}" destId="{3E505C80-46C7-465F-AC7C-C0A8D8A5275F}" srcOrd="0" destOrd="0" presId="urn:microsoft.com/office/officeart/2016/7/layout/VerticalDownArrowProcess"/>
    <dgm:cxn modelId="{5F9C9A84-3E86-4811-8555-619D626AA9C0}" type="presParOf" srcId="{0DD1F409-2EA9-448D-B1FA-091581D4ECDD}" destId="{100F1E90-191E-4F56-87D1-AEF2EC4A7459}" srcOrd="1" destOrd="0" presId="urn:microsoft.com/office/officeart/2016/7/layout/VerticalDownArrowProcess"/>
    <dgm:cxn modelId="{0842C1CD-E913-4866-902B-DD97E46FE215}" type="presParOf" srcId="{0DD1F409-2EA9-448D-B1FA-091581D4ECDD}" destId="{A072948E-451D-4669-B4B1-E4D7E7C0A1A3}" srcOrd="2" destOrd="0" presId="urn:microsoft.com/office/officeart/2016/7/layout/VerticalDownArrowProcess"/>
    <dgm:cxn modelId="{633FCA98-1D0C-4676-B4F1-34AC1F6023D2}" type="presParOf" srcId="{0F9CD2D3-0E9E-4DEE-8006-32587E9082C7}" destId="{AC307AB7-EE27-4CB0-B52A-FEF9D87D351A}" srcOrd="3" destOrd="0" presId="urn:microsoft.com/office/officeart/2016/7/layout/VerticalDownArrowProcess"/>
    <dgm:cxn modelId="{CDFC5BF9-5D97-4C19-983B-F3E6F1584DA5}" type="presParOf" srcId="{0F9CD2D3-0E9E-4DEE-8006-32587E9082C7}" destId="{83DAE48F-DBAE-4D1B-8A5B-8F7B1A8CB765}" srcOrd="4" destOrd="0" presId="urn:microsoft.com/office/officeart/2016/7/layout/VerticalDownArrowProcess"/>
    <dgm:cxn modelId="{FD9E775D-E0F8-4C57-B6AC-A3834E2999D7}" type="presParOf" srcId="{83DAE48F-DBAE-4D1B-8A5B-8F7B1A8CB765}" destId="{CD5E5342-DE4F-4838-9AA6-6E9F62E0BD89}" srcOrd="0" destOrd="0" presId="urn:microsoft.com/office/officeart/2016/7/layout/VerticalDownArrowProcess"/>
    <dgm:cxn modelId="{33AE9968-4EEF-4DAD-9B6E-AA44120A7965}" type="presParOf" srcId="{83DAE48F-DBAE-4D1B-8A5B-8F7B1A8CB765}" destId="{2F173800-4F04-4060-81A1-636246744DD8}" srcOrd="1" destOrd="0" presId="urn:microsoft.com/office/officeart/2016/7/layout/VerticalDownArrowProcess"/>
    <dgm:cxn modelId="{6F605480-1BD4-48D2-A538-ACFF95BEFD75}" type="presParOf" srcId="{83DAE48F-DBAE-4D1B-8A5B-8F7B1A8CB765}" destId="{86590AC6-5DC0-496F-94AA-2718617CA85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1BA3C5-882C-428F-9EEA-4EB26DAF50A4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57B3DD6-C599-49D3-961D-75F793180690}">
      <dgm:prSet phldr="0"/>
      <dgm:spPr/>
      <dgm:t>
        <a:bodyPr/>
        <a:lstStyle/>
        <a:p>
          <a:pPr algn="l" rtl="0"/>
          <a:r>
            <a:rPr lang="he-IL" b="1"/>
            <a:t>مستويات الدعم والمقاومة:</a:t>
          </a:r>
          <a:endParaRPr lang="he-IL" b="1">
            <a:latin typeface="Aptos Display" panose="020F0302020204030204"/>
          </a:endParaRPr>
        </a:p>
      </dgm:t>
    </dgm:pt>
    <dgm:pt modelId="{5033B541-84CE-475F-BC20-56A47A4C1874}" type="parTrans" cxnId="{3BB805BA-015D-42A3-B045-ACA4ED1C3BB5}">
      <dgm:prSet/>
      <dgm:spPr/>
    </dgm:pt>
    <dgm:pt modelId="{CF2B272B-39F9-4959-93C4-352950F204F9}" type="sibTrans" cxnId="{3BB805BA-015D-42A3-B045-ACA4ED1C3BB5}">
      <dgm:prSet/>
      <dgm:spPr/>
    </dgm:pt>
    <dgm:pt modelId="{7A90BB2D-3E9F-452A-B7FB-3FC42202ED2C}">
      <dgm:prSet phldr="0"/>
      <dgm:spPr/>
      <dgm:t>
        <a:bodyPr/>
        <a:lstStyle/>
        <a:p>
          <a:pPr algn="l"/>
          <a:r>
            <a:rPr lang="he-IL" b="0"/>
            <a:t>كيفية تحديد مستويات الدعم والمقاومة.</a:t>
          </a:r>
          <a:endParaRPr lang="he-IL"/>
        </a:p>
      </dgm:t>
    </dgm:pt>
    <dgm:pt modelId="{C10583DC-FBB4-4C7A-9611-AE016D28B5BE}" type="parTrans" cxnId="{A5DA5BC4-C35B-4AD8-B36D-4D5C5E3091A5}">
      <dgm:prSet/>
      <dgm:spPr/>
    </dgm:pt>
    <dgm:pt modelId="{7611CCBB-2939-4845-8818-EB56C249DF8E}" type="sibTrans" cxnId="{A5DA5BC4-C35B-4AD8-B36D-4D5C5E3091A5}">
      <dgm:prSet/>
      <dgm:spPr/>
    </dgm:pt>
    <dgm:pt modelId="{81AC7309-2FD6-4874-90FE-C45459546F00}">
      <dgm:prSet phldr="0"/>
      <dgm:spPr/>
      <dgm:t>
        <a:bodyPr/>
        <a:lstStyle/>
        <a:p>
          <a:pPr algn="l"/>
          <a:r>
            <a:rPr lang="he-IL" b="0"/>
            <a:t>كيفية استخدامها لتحديد نقاط الدخول والخروج.</a:t>
          </a:r>
          <a:endParaRPr lang="he-IL"/>
        </a:p>
      </dgm:t>
    </dgm:pt>
    <dgm:pt modelId="{15731DEF-346C-4127-BCDC-482E81742C63}" type="parTrans" cxnId="{48BCB7E4-DB03-47AE-8609-1758D8D234DD}">
      <dgm:prSet/>
      <dgm:spPr/>
    </dgm:pt>
    <dgm:pt modelId="{9032D9DB-52DB-4E36-862C-BCDD439C9D5E}" type="sibTrans" cxnId="{48BCB7E4-DB03-47AE-8609-1758D8D234DD}">
      <dgm:prSet/>
      <dgm:spPr/>
    </dgm:pt>
    <dgm:pt modelId="{A3AAA8BE-A949-4893-A2B8-6BEDAF857D2A}">
      <dgm:prSet phldr="0"/>
      <dgm:spPr/>
      <dgm:t>
        <a:bodyPr/>
        <a:lstStyle/>
        <a:p>
          <a:pPr algn="l"/>
          <a:r>
            <a:rPr lang="he-IL" b="1"/>
            <a:t>الاتجاهات وخطوط الاتجاه:</a:t>
          </a:r>
          <a:endParaRPr lang="he-IL"/>
        </a:p>
      </dgm:t>
    </dgm:pt>
    <dgm:pt modelId="{BB0D7F90-013B-4532-9542-BA7377899BCF}" type="parTrans" cxnId="{E17F9177-4221-405F-A35A-886BA1010EB3}">
      <dgm:prSet/>
      <dgm:spPr/>
    </dgm:pt>
    <dgm:pt modelId="{23C06A9B-7324-4E09-ACC3-236E4228807B}" type="sibTrans" cxnId="{E17F9177-4221-405F-A35A-886BA1010EB3}">
      <dgm:prSet/>
      <dgm:spPr/>
    </dgm:pt>
    <dgm:pt modelId="{39A594D6-6CF2-4057-BBCC-5D1C93117DC4}">
      <dgm:prSet phldr="0"/>
      <dgm:spPr/>
      <dgm:t>
        <a:bodyPr/>
        <a:lstStyle/>
        <a:p>
          <a:pPr algn="l"/>
          <a:r>
            <a:rPr lang="he-IL" b="0"/>
            <a:t>كيفية التعرف على الاتجاهات (صاعدة، هابطة، جانبية).</a:t>
          </a:r>
          <a:endParaRPr lang="he-IL"/>
        </a:p>
      </dgm:t>
    </dgm:pt>
    <dgm:pt modelId="{8FF740A7-0B9F-4EC6-8009-7CAEFED522EB}" type="parTrans" cxnId="{AAF86D14-B373-4C8F-BB9A-6DCE6F73D0FE}">
      <dgm:prSet/>
      <dgm:spPr/>
    </dgm:pt>
    <dgm:pt modelId="{81A50712-E823-450C-BF87-729A5B579F6E}" type="sibTrans" cxnId="{AAF86D14-B373-4C8F-BB9A-6DCE6F73D0FE}">
      <dgm:prSet/>
      <dgm:spPr/>
    </dgm:pt>
    <dgm:pt modelId="{3AB79435-F23B-44E7-A118-DA0FEFEBB171}">
      <dgm:prSet phldr="0"/>
      <dgm:spPr/>
      <dgm:t>
        <a:bodyPr/>
        <a:lstStyle/>
        <a:p>
          <a:pPr algn="l"/>
          <a:r>
            <a:rPr lang="he-IL" b="0"/>
            <a:t>كيفية رسم خطوط الاتجاه.</a:t>
          </a:r>
          <a:endParaRPr lang="he-IL"/>
        </a:p>
      </dgm:t>
    </dgm:pt>
    <dgm:pt modelId="{CB1E9EEA-5925-4D2A-B722-75F85CDFE826}" type="parTrans" cxnId="{92F81725-1233-4CAE-8416-72BC0725968D}">
      <dgm:prSet/>
      <dgm:spPr/>
    </dgm:pt>
    <dgm:pt modelId="{F0851385-23C8-4530-BF9C-7603B0D041AE}" type="sibTrans" cxnId="{92F81725-1233-4CAE-8416-72BC0725968D}">
      <dgm:prSet/>
      <dgm:spPr/>
    </dgm:pt>
    <dgm:pt modelId="{3645E8A1-7CD2-4527-8D13-C873983963CE}">
      <dgm:prSet phldr="0"/>
      <dgm:spPr/>
      <dgm:t>
        <a:bodyPr/>
        <a:lstStyle/>
        <a:p>
          <a:pPr algn="l"/>
          <a:r>
            <a:rPr lang="he-IL" b="1"/>
            <a:t>أدوات التحليل الفني الأساسية:</a:t>
          </a:r>
          <a:endParaRPr lang="he-IL"/>
        </a:p>
      </dgm:t>
    </dgm:pt>
    <dgm:pt modelId="{D05BA770-DFD9-460D-9BBB-E62E31703AAD}" type="parTrans" cxnId="{1071E4E7-626C-4191-9189-E6EDC0531D58}">
      <dgm:prSet/>
      <dgm:spPr/>
    </dgm:pt>
    <dgm:pt modelId="{0581394B-C5AC-48E3-96D2-77A655D712F1}" type="sibTrans" cxnId="{1071E4E7-626C-4191-9189-E6EDC0531D58}">
      <dgm:prSet/>
      <dgm:spPr/>
    </dgm:pt>
    <dgm:pt modelId="{B6B39CC7-931B-4C41-9DC6-D33EF1A72F99}">
      <dgm:prSet phldr="0"/>
      <dgm:spPr/>
      <dgm:t>
        <a:bodyPr/>
        <a:lstStyle/>
        <a:p>
          <a:pPr algn="l"/>
          <a:r>
            <a:rPr lang="he-IL" b="0"/>
            <a:t>المتوسطات المتحركة.</a:t>
          </a:r>
          <a:endParaRPr lang="he-IL"/>
        </a:p>
      </dgm:t>
    </dgm:pt>
    <dgm:pt modelId="{95627D50-FB4F-4D30-A206-6A7AE421EFED}" type="parTrans" cxnId="{C4456FDF-68E4-4C87-A9A4-F27BD7406117}">
      <dgm:prSet/>
      <dgm:spPr/>
    </dgm:pt>
    <dgm:pt modelId="{F72D5974-215E-47E4-A0AE-CF4ECD5FABD5}" type="sibTrans" cxnId="{C4456FDF-68E4-4C87-A9A4-F27BD7406117}">
      <dgm:prSet/>
      <dgm:spPr/>
    </dgm:pt>
    <dgm:pt modelId="{C0827ED9-10B3-46F6-A691-6DDF090A724B}">
      <dgm:prSet phldr="0"/>
      <dgm:spPr/>
      <dgm:t>
        <a:bodyPr/>
        <a:lstStyle/>
        <a:p>
          <a:pPr algn="l"/>
          <a:r>
            <a:rPr lang="he-IL" b="0"/>
            <a:t>مؤشر القوة النسبية (RSI).</a:t>
          </a:r>
          <a:endParaRPr lang="he-IL"/>
        </a:p>
      </dgm:t>
    </dgm:pt>
    <dgm:pt modelId="{2545EC1D-DE44-4AE8-84A3-CDB5A3BE221D}" type="parTrans" cxnId="{9491783F-5B4D-4231-9639-3B146FAB058B}">
      <dgm:prSet/>
      <dgm:spPr/>
    </dgm:pt>
    <dgm:pt modelId="{F4326FC8-D735-4432-8FAF-B0FB9B7C3D28}" type="sibTrans" cxnId="{9491783F-5B4D-4231-9639-3B146FAB058B}">
      <dgm:prSet/>
      <dgm:spPr/>
    </dgm:pt>
    <dgm:pt modelId="{88899173-D4D0-4921-97F8-DFF0E4824E80}">
      <dgm:prSet phldr="0"/>
      <dgm:spPr/>
      <dgm:t>
        <a:bodyPr/>
        <a:lstStyle/>
        <a:p>
          <a:pPr algn="l" rtl="0"/>
          <a:r>
            <a:rPr lang="he-IL" b="0">
              <a:latin typeface="Aptos Display" panose="020F0302020204030204"/>
            </a:rPr>
            <a:t>MACD</a:t>
          </a:r>
          <a:endParaRPr lang="he-IL"/>
        </a:p>
      </dgm:t>
    </dgm:pt>
    <dgm:pt modelId="{76B20E27-B3ED-4E4B-B860-B3A370FC9B1E}" type="parTrans" cxnId="{FEE9BE45-E554-4E07-8179-FDDCCADC26EE}">
      <dgm:prSet/>
      <dgm:spPr/>
    </dgm:pt>
    <dgm:pt modelId="{4B7EDA29-E3B8-4930-9823-7118F7958761}" type="sibTrans" cxnId="{FEE9BE45-E554-4E07-8179-FDDCCADC26EE}">
      <dgm:prSet/>
      <dgm:spPr/>
    </dgm:pt>
    <dgm:pt modelId="{0F9CD2D3-0E9E-4DEE-8006-32587E9082C7}" type="pres">
      <dgm:prSet presAssocID="{7A1BA3C5-882C-428F-9EEA-4EB26DAF50A4}" presName="Name0" presStyleCnt="0">
        <dgm:presLayoutVars>
          <dgm:dir/>
          <dgm:animLvl val="lvl"/>
          <dgm:resizeHandles val="exact"/>
        </dgm:presLayoutVars>
      </dgm:prSet>
      <dgm:spPr/>
    </dgm:pt>
    <dgm:pt modelId="{2E2D30B3-AC7A-46FE-BA4D-8363A30135F2}" type="pres">
      <dgm:prSet presAssocID="{3645E8A1-7CD2-4527-8D13-C873983963CE}" presName="boxAndChildren" presStyleCnt="0"/>
      <dgm:spPr/>
    </dgm:pt>
    <dgm:pt modelId="{51F1E5DA-E50B-4A47-BB7A-EBC15E9B07F2}" type="pres">
      <dgm:prSet presAssocID="{3645E8A1-7CD2-4527-8D13-C873983963CE}" presName="parentTextBox" presStyleLbl="alignNode1" presStyleIdx="0" presStyleCnt="3"/>
      <dgm:spPr/>
    </dgm:pt>
    <dgm:pt modelId="{CF396113-37AC-479C-8325-C33511933DB2}" type="pres">
      <dgm:prSet presAssocID="{3645E8A1-7CD2-4527-8D13-C873983963CE}" presName="descendantBox" presStyleLbl="bgAccFollowNode1" presStyleIdx="0" presStyleCnt="3"/>
      <dgm:spPr/>
    </dgm:pt>
    <dgm:pt modelId="{FD3E63CC-FFCA-4FCE-9FFA-FB3E22788AF1}" type="pres">
      <dgm:prSet presAssocID="{23C06A9B-7324-4E09-ACC3-236E4228807B}" presName="sp" presStyleCnt="0"/>
      <dgm:spPr/>
    </dgm:pt>
    <dgm:pt modelId="{31AF1631-C2E3-4D0A-B620-23974414B1E9}" type="pres">
      <dgm:prSet presAssocID="{A3AAA8BE-A949-4893-A2B8-6BEDAF857D2A}" presName="arrowAndChildren" presStyleCnt="0"/>
      <dgm:spPr/>
    </dgm:pt>
    <dgm:pt modelId="{2F99064A-06AE-4AF7-B590-81414CBF5852}" type="pres">
      <dgm:prSet presAssocID="{A3AAA8BE-A949-4893-A2B8-6BEDAF857D2A}" presName="parentTextArrow" presStyleLbl="node1" presStyleIdx="0" presStyleCnt="0"/>
      <dgm:spPr/>
    </dgm:pt>
    <dgm:pt modelId="{6851ED51-6D2F-4AC6-BA43-6A8499B08A3A}" type="pres">
      <dgm:prSet presAssocID="{A3AAA8BE-A949-4893-A2B8-6BEDAF857D2A}" presName="arrow" presStyleLbl="alignNode1" presStyleIdx="1" presStyleCnt="3"/>
      <dgm:spPr/>
    </dgm:pt>
    <dgm:pt modelId="{BB284537-FA32-4F85-953D-76D0D160E65C}" type="pres">
      <dgm:prSet presAssocID="{A3AAA8BE-A949-4893-A2B8-6BEDAF857D2A}" presName="descendantArrow" presStyleLbl="bgAccFollowNode1" presStyleIdx="1" presStyleCnt="3"/>
      <dgm:spPr/>
    </dgm:pt>
    <dgm:pt modelId="{FA80BCF1-E11D-448E-A661-17BD0051346A}" type="pres">
      <dgm:prSet presAssocID="{CF2B272B-39F9-4959-93C4-352950F204F9}" presName="sp" presStyleCnt="0"/>
      <dgm:spPr/>
    </dgm:pt>
    <dgm:pt modelId="{C41600EB-A0AB-440A-ACC1-8D47F69A180F}" type="pres">
      <dgm:prSet presAssocID="{057B3DD6-C599-49D3-961D-75F793180690}" presName="arrowAndChildren" presStyleCnt="0"/>
      <dgm:spPr/>
    </dgm:pt>
    <dgm:pt modelId="{B6C0AB32-387B-40BE-A90A-CAE65CC06638}" type="pres">
      <dgm:prSet presAssocID="{057B3DD6-C599-49D3-961D-75F793180690}" presName="parentTextArrow" presStyleLbl="node1" presStyleIdx="0" presStyleCnt="0"/>
      <dgm:spPr/>
    </dgm:pt>
    <dgm:pt modelId="{74196DB1-0201-4104-A84D-3772EA3D877B}" type="pres">
      <dgm:prSet presAssocID="{057B3DD6-C599-49D3-961D-75F793180690}" presName="arrow" presStyleLbl="alignNode1" presStyleIdx="2" presStyleCnt="3"/>
      <dgm:spPr/>
    </dgm:pt>
    <dgm:pt modelId="{97C607BE-AAA2-4F47-AE8A-A4956E71BFF7}" type="pres">
      <dgm:prSet presAssocID="{057B3DD6-C599-49D3-961D-75F793180690}" presName="descendantArrow" presStyleLbl="bgAccFollowNode1" presStyleIdx="2" presStyleCnt="3"/>
      <dgm:spPr/>
    </dgm:pt>
  </dgm:ptLst>
  <dgm:cxnLst>
    <dgm:cxn modelId="{E6C17A09-B803-46AA-8253-F6BC347EF920}" type="presOf" srcId="{7A1BA3C5-882C-428F-9EEA-4EB26DAF50A4}" destId="{0F9CD2D3-0E9E-4DEE-8006-32587E9082C7}" srcOrd="0" destOrd="0" presId="urn:microsoft.com/office/officeart/2016/7/layout/VerticalDownArrowProcess"/>
    <dgm:cxn modelId="{AAF86D14-B373-4C8F-BB9A-6DCE6F73D0FE}" srcId="{A3AAA8BE-A949-4893-A2B8-6BEDAF857D2A}" destId="{39A594D6-6CF2-4057-BBCC-5D1C93117DC4}" srcOrd="0" destOrd="0" parTransId="{8FF740A7-0B9F-4EC6-8009-7CAEFED522EB}" sibTransId="{81A50712-E823-450C-BF87-729A5B579F6E}"/>
    <dgm:cxn modelId="{A1DFED18-AB7D-4399-A501-9C3993187978}" type="presOf" srcId="{057B3DD6-C599-49D3-961D-75F793180690}" destId="{B6C0AB32-387B-40BE-A90A-CAE65CC06638}" srcOrd="0" destOrd="0" presId="urn:microsoft.com/office/officeart/2016/7/layout/VerticalDownArrowProcess"/>
    <dgm:cxn modelId="{92F81725-1233-4CAE-8416-72BC0725968D}" srcId="{A3AAA8BE-A949-4893-A2B8-6BEDAF857D2A}" destId="{3AB79435-F23B-44E7-A118-DA0FEFEBB171}" srcOrd="1" destOrd="0" parTransId="{CB1E9EEA-5925-4D2A-B722-75F85CDFE826}" sibTransId="{F0851385-23C8-4530-BF9C-7603B0D041AE}"/>
    <dgm:cxn modelId="{F998BC34-3558-43B1-B78D-6E0A7239708D}" type="presOf" srcId="{88899173-D4D0-4921-97F8-DFF0E4824E80}" destId="{CF396113-37AC-479C-8325-C33511933DB2}" srcOrd="0" destOrd="2" presId="urn:microsoft.com/office/officeart/2016/7/layout/VerticalDownArrowProcess"/>
    <dgm:cxn modelId="{9491783F-5B4D-4231-9639-3B146FAB058B}" srcId="{3645E8A1-7CD2-4527-8D13-C873983963CE}" destId="{C0827ED9-10B3-46F6-A691-6DDF090A724B}" srcOrd="1" destOrd="0" parTransId="{2545EC1D-DE44-4AE8-84A3-CDB5A3BE221D}" sibTransId="{F4326FC8-D735-4432-8FAF-B0FB9B7C3D28}"/>
    <dgm:cxn modelId="{57739064-45EB-4E99-9C3C-DF4B31459A59}" type="presOf" srcId="{7A90BB2D-3E9F-452A-B7FB-3FC42202ED2C}" destId="{97C607BE-AAA2-4F47-AE8A-A4956E71BFF7}" srcOrd="0" destOrd="0" presId="urn:microsoft.com/office/officeart/2016/7/layout/VerticalDownArrowProcess"/>
    <dgm:cxn modelId="{FEE9BE45-E554-4E07-8179-FDDCCADC26EE}" srcId="{3645E8A1-7CD2-4527-8D13-C873983963CE}" destId="{88899173-D4D0-4921-97F8-DFF0E4824E80}" srcOrd="2" destOrd="0" parTransId="{76B20E27-B3ED-4E4B-B860-B3A370FC9B1E}" sibTransId="{4B7EDA29-E3B8-4930-9823-7118F7958761}"/>
    <dgm:cxn modelId="{7DD0174C-1D8D-4D88-BFDE-1C2AFE4DD182}" type="presOf" srcId="{A3AAA8BE-A949-4893-A2B8-6BEDAF857D2A}" destId="{6851ED51-6D2F-4AC6-BA43-6A8499B08A3A}" srcOrd="1" destOrd="0" presId="urn:microsoft.com/office/officeart/2016/7/layout/VerticalDownArrowProcess"/>
    <dgm:cxn modelId="{8790014D-4E61-454C-ADE3-9E3164498FFD}" type="presOf" srcId="{3645E8A1-7CD2-4527-8D13-C873983963CE}" destId="{51F1E5DA-E50B-4A47-BB7A-EBC15E9B07F2}" srcOrd="0" destOrd="0" presId="urn:microsoft.com/office/officeart/2016/7/layout/VerticalDownArrowProcess"/>
    <dgm:cxn modelId="{866CD770-5116-4A25-A6C8-EEF0A811050B}" type="presOf" srcId="{B6B39CC7-931B-4C41-9DC6-D33EF1A72F99}" destId="{CF396113-37AC-479C-8325-C33511933DB2}" srcOrd="0" destOrd="0" presId="urn:microsoft.com/office/officeart/2016/7/layout/VerticalDownArrowProcess"/>
    <dgm:cxn modelId="{E17F9177-4221-405F-A35A-886BA1010EB3}" srcId="{7A1BA3C5-882C-428F-9EEA-4EB26DAF50A4}" destId="{A3AAA8BE-A949-4893-A2B8-6BEDAF857D2A}" srcOrd="1" destOrd="0" parTransId="{BB0D7F90-013B-4532-9542-BA7377899BCF}" sibTransId="{23C06A9B-7324-4E09-ACC3-236E4228807B}"/>
    <dgm:cxn modelId="{12B17579-A174-4382-8B1C-FC862C4991D4}" type="presOf" srcId="{A3AAA8BE-A949-4893-A2B8-6BEDAF857D2A}" destId="{2F99064A-06AE-4AF7-B590-81414CBF5852}" srcOrd="0" destOrd="0" presId="urn:microsoft.com/office/officeart/2016/7/layout/VerticalDownArrowProcess"/>
    <dgm:cxn modelId="{0568479B-C468-4763-AFCA-B44C5E4B130F}" type="presOf" srcId="{3AB79435-F23B-44E7-A118-DA0FEFEBB171}" destId="{BB284537-FA32-4F85-953D-76D0D160E65C}" srcOrd="0" destOrd="1" presId="urn:microsoft.com/office/officeart/2016/7/layout/VerticalDownArrowProcess"/>
    <dgm:cxn modelId="{3BB805BA-015D-42A3-B045-ACA4ED1C3BB5}" srcId="{7A1BA3C5-882C-428F-9EEA-4EB26DAF50A4}" destId="{057B3DD6-C599-49D3-961D-75F793180690}" srcOrd="0" destOrd="0" parTransId="{5033B541-84CE-475F-BC20-56A47A4C1874}" sibTransId="{CF2B272B-39F9-4959-93C4-352950F204F9}"/>
    <dgm:cxn modelId="{A5DA5BC4-C35B-4AD8-B36D-4D5C5E3091A5}" srcId="{057B3DD6-C599-49D3-961D-75F793180690}" destId="{7A90BB2D-3E9F-452A-B7FB-3FC42202ED2C}" srcOrd="0" destOrd="0" parTransId="{C10583DC-FBB4-4C7A-9611-AE016D28B5BE}" sibTransId="{7611CCBB-2939-4845-8818-EB56C249DF8E}"/>
    <dgm:cxn modelId="{B29191C9-8B56-44BF-8952-FFDDBBEDED90}" type="presOf" srcId="{057B3DD6-C599-49D3-961D-75F793180690}" destId="{74196DB1-0201-4104-A84D-3772EA3D877B}" srcOrd="1" destOrd="0" presId="urn:microsoft.com/office/officeart/2016/7/layout/VerticalDownArrowProcess"/>
    <dgm:cxn modelId="{25CC2AD2-C7C1-408B-A06C-DFF998B7F9A0}" type="presOf" srcId="{39A594D6-6CF2-4057-BBCC-5D1C93117DC4}" destId="{BB284537-FA32-4F85-953D-76D0D160E65C}" srcOrd="0" destOrd="0" presId="urn:microsoft.com/office/officeart/2016/7/layout/VerticalDownArrowProcess"/>
    <dgm:cxn modelId="{C4456FDF-68E4-4C87-A9A4-F27BD7406117}" srcId="{3645E8A1-7CD2-4527-8D13-C873983963CE}" destId="{B6B39CC7-931B-4C41-9DC6-D33EF1A72F99}" srcOrd="0" destOrd="0" parTransId="{95627D50-FB4F-4D30-A206-6A7AE421EFED}" sibTransId="{F72D5974-215E-47E4-A0AE-CF4ECD5FABD5}"/>
    <dgm:cxn modelId="{675A2DE3-3788-4513-9EE0-69999D9B9F48}" type="presOf" srcId="{81AC7309-2FD6-4874-90FE-C45459546F00}" destId="{97C607BE-AAA2-4F47-AE8A-A4956E71BFF7}" srcOrd="0" destOrd="1" presId="urn:microsoft.com/office/officeart/2016/7/layout/VerticalDownArrowProcess"/>
    <dgm:cxn modelId="{48BCB7E4-DB03-47AE-8609-1758D8D234DD}" srcId="{057B3DD6-C599-49D3-961D-75F793180690}" destId="{81AC7309-2FD6-4874-90FE-C45459546F00}" srcOrd="1" destOrd="0" parTransId="{15731DEF-346C-4127-BCDC-482E81742C63}" sibTransId="{9032D9DB-52DB-4E36-862C-BCDD439C9D5E}"/>
    <dgm:cxn modelId="{1071E4E7-626C-4191-9189-E6EDC0531D58}" srcId="{7A1BA3C5-882C-428F-9EEA-4EB26DAF50A4}" destId="{3645E8A1-7CD2-4527-8D13-C873983963CE}" srcOrd="2" destOrd="0" parTransId="{D05BA770-DFD9-460D-9BBB-E62E31703AAD}" sibTransId="{0581394B-C5AC-48E3-96D2-77A655D712F1}"/>
    <dgm:cxn modelId="{3586FBF3-115D-47C1-98DD-2233294F0836}" type="presOf" srcId="{C0827ED9-10B3-46F6-A691-6DDF090A724B}" destId="{CF396113-37AC-479C-8325-C33511933DB2}" srcOrd="0" destOrd="1" presId="urn:microsoft.com/office/officeart/2016/7/layout/VerticalDownArrowProcess"/>
    <dgm:cxn modelId="{EB65744C-C861-4760-A6BC-8F50DC460CD2}" type="presParOf" srcId="{0F9CD2D3-0E9E-4DEE-8006-32587E9082C7}" destId="{2E2D30B3-AC7A-46FE-BA4D-8363A30135F2}" srcOrd="0" destOrd="0" presId="urn:microsoft.com/office/officeart/2016/7/layout/VerticalDownArrowProcess"/>
    <dgm:cxn modelId="{9A73F18D-5C38-434A-A349-EA8EF454167F}" type="presParOf" srcId="{2E2D30B3-AC7A-46FE-BA4D-8363A30135F2}" destId="{51F1E5DA-E50B-4A47-BB7A-EBC15E9B07F2}" srcOrd="0" destOrd="0" presId="urn:microsoft.com/office/officeart/2016/7/layout/VerticalDownArrowProcess"/>
    <dgm:cxn modelId="{DB882851-DA1F-4F02-B097-90131932D190}" type="presParOf" srcId="{2E2D30B3-AC7A-46FE-BA4D-8363A30135F2}" destId="{CF396113-37AC-479C-8325-C33511933DB2}" srcOrd="1" destOrd="0" presId="urn:microsoft.com/office/officeart/2016/7/layout/VerticalDownArrowProcess"/>
    <dgm:cxn modelId="{900F075D-86CD-44C6-8099-BEE165A464B2}" type="presParOf" srcId="{0F9CD2D3-0E9E-4DEE-8006-32587E9082C7}" destId="{FD3E63CC-FFCA-4FCE-9FFA-FB3E22788AF1}" srcOrd="1" destOrd="0" presId="urn:microsoft.com/office/officeart/2016/7/layout/VerticalDownArrowProcess"/>
    <dgm:cxn modelId="{24C23C7C-7B54-476E-ADE1-0D198DEF15CD}" type="presParOf" srcId="{0F9CD2D3-0E9E-4DEE-8006-32587E9082C7}" destId="{31AF1631-C2E3-4D0A-B620-23974414B1E9}" srcOrd="2" destOrd="0" presId="urn:microsoft.com/office/officeart/2016/7/layout/VerticalDownArrowProcess"/>
    <dgm:cxn modelId="{091297E2-43E0-4AC5-BC67-F5D8B086BBF4}" type="presParOf" srcId="{31AF1631-C2E3-4D0A-B620-23974414B1E9}" destId="{2F99064A-06AE-4AF7-B590-81414CBF5852}" srcOrd="0" destOrd="0" presId="urn:microsoft.com/office/officeart/2016/7/layout/VerticalDownArrowProcess"/>
    <dgm:cxn modelId="{E570133B-5B6E-4AFE-B20F-F572DA47A25E}" type="presParOf" srcId="{31AF1631-C2E3-4D0A-B620-23974414B1E9}" destId="{6851ED51-6D2F-4AC6-BA43-6A8499B08A3A}" srcOrd="1" destOrd="0" presId="urn:microsoft.com/office/officeart/2016/7/layout/VerticalDownArrowProcess"/>
    <dgm:cxn modelId="{52D75270-12B3-4684-B150-ECA0A2B2164E}" type="presParOf" srcId="{31AF1631-C2E3-4D0A-B620-23974414B1E9}" destId="{BB284537-FA32-4F85-953D-76D0D160E65C}" srcOrd="2" destOrd="0" presId="urn:microsoft.com/office/officeart/2016/7/layout/VerticalDownArrowProcess"/>
    <dgm:cxn modelId="{D7237182-3309-4455-B815-46D59FD1D97A}" type="presParOf" srcId="{0F9CD2D3-0E9E-4DEE-8006-32587E9082C7}" destId="{FA80BCF1-E11D-448E-A661-17BD0051346A}" srcOrd="3" destOrd="0" presId="urn:microsoft.com/office/officeart/2016/7/layout/VerticalDownArrowProcess"/>
    <dgm:cxn modelId="{E62D74F9-F9ED-4990-9B0F-720D459BF481}" type="presParOf" srcId="{0F9CD2D3-0E9E-4DEE-8006-32587E9082C7}" destId="{C41600EB-A0AB-440A-ACC1-8D47F69A180F}" srcOrd="4" destOrd="0" presId="urn:microsoft.com/office/officeart/2016/7/layout/VerticalDownArrowProcess"/>
    <dgm:cxn modelId="{5A05999A-5825-4849-A425-F4E47A7E5EEA}" type="presParOf" srcId="{C41600EB-A0AB-440A-ACC1-8D47F69A180F}" destId="{B6C0AB32-387B-40BE-A90A-CAE65CC06638}" srcOrd="0" destOrd="0" presId="urn:microsoft.com/office/officeart/2016/7/layout/VerticalDownArrowProcess"/>
    <dgm:cxn modelId="{C7D61530-5AFA-4432-9A9D-DB5749E301C6}" type="presParOf" srcId="{C41600EB-A0AB-440A-ACC1-8D47F69A180F}" destId="{74196DB1-0201-4104-A84D-3772EA3D877B}" srcOrd="1" destOrd="0" presId="urn:microsoft.com/office/officeart/2016/7/layout/VerticalDownArrowProcess"/>
    <dgm:cxn modelId="{042C7EEA-1146-4DD0-9AC0-203D142DD763}" type="presParOf" srcId="{C41600EB-A0AB-440A-ACC1-8D47F69A180F}" destId="{97C607BE-AAA2-4F47-AE8A-A4956E71BFF7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3893FA-46CD-4A82-8987-984A103ABB22}">
      <dsp:nvSpPr>
        <dsp:cNvPr id="0" name=""/>
        <dsp:cNvSpPr/>
      </dsp:nvSpPr>
      <dsp:spPr>
        <a:xfrm>
          <a:off x="0" y="3275482"/>
          <a:ext cx="1346875" cy="10750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90" tIns="120904" rIns="95790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700" b="1" kern="1200">
              <a:latin typeface="Aptos Display" panose="020F0302020204030204"/>
            </a:rPr>
            <a:t>أنماط الأسعار الكلاسيكية:</a:t>
          </a:r>
          <a:endParaRPr lang="en-US" sz="1700" b="0" kern="1200">
            <a:latin typeface="Aptos Display" panose="020F0302020204030204"/>
          </a:endParaRPr>
        </a:p>
      </dsp:txBody>
      <dsp:txXfrm>
        <a:off x="0" y="3275482"/>
        <a:ext cx="1346875" cy="1075086"/>
      </dsp:txXfrm>
    </dsp:sp>
    <dsp:sp modelId="{9DD0DD12-83B1-4E53-A7FB-CC885D56BF16}">
      <dsp:nvSpPr>
        <dsp:cNvPr id="0" name=""/>
        <dsp:cNvSpPr/>
      </dsp:nvSpPr>
      <dsp:spPr>
        <a:xfrm>
          <a:off x="1346875" y="3275482"/>
          <a:ext cx="4040626" cy="107508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963" tIns="190500" rIns="81963" bIns="19050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500" b="0" kern="1200">
              <a:latin typeface="Aptos Display" panose="020F0302020204030204"/>
            </a:rPr>
            <a:t>الأنماط الانعكاسية (مثل الرأس والكتفين، القمم والقيعان المزدوجة).</a:t>
          </a:r>
          <a:endParaRPr lang="en-US" sz="1500" b="0" kern="1200">
            <a:latin typeface="Aptos Display" panose="020F0302020204030204"/>
          </a:endParaRPr>
        </a:p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500" b="0" kern="1200">
              <a:latin typeface="Aptos Display" panose="020F0302020204030204"/>
            </a:rPr>
            <a:t>الأنماط الاستمرارية (مثل الأعلام والمثلثات).</a:t>
          </a:r>
          <a:endParaRPr lang="en-US" sz="1500" b="0" kern="1200"/>
        </a:p>
      </dsp:txBody>
      <dsp:txXfrm>
        <a:off x="1346875" y="3275482"/>
        <a:ext cx="4040626" cy="1075086"/>
      </dsp:txXfrm>
    </dsp:sp>
    <dsp:sp modelId="{100F1E90-191E-4F56-87D1-AEF2EC4A7459}">
      <dsp:nvSpPr>
        <dsp:cNvPr id="0" name=""/>
        <dsp:cNvSpPr/>
      </dsp:nvSpPr>
      <dsp:spPr>
        <a:xfrm rot="10800000">
          <a:off x="0" y="1638125"/>
          <a:ext cx="1346875" cy="165348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90" tIns="120904" rIns="95790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700" b="1" kern="1200" err="1">
              <a:latin typeface="Aptos Display" panose="020F0302020204030204"/>
            </a:rPr>
            <a:t>الشموع</a:t>
          </a:r>
          <a:r>
            <a:rPr lang="he-IL" sz="1700" b="1" kern="1200">
              <a:latin typeface="Aptos Display" panose="020F0302020204030204"/>
            </a:rPr>
            <a:t> اليابانية</a:t>
          </a:r>
          <a:endParaRPr lang="he-IL" sz="1700" b="0" kern="1200">
            <a:latin typeface="Aptos Display" panose="020F0302020204030204"/>
          </a:endParaRPr>
        </a:p>
      </dsp:txBody>
      <dsp:txXfrm rot="-10800000">
        <a:off x="0" y="1638125"/>
        <a:ext cx="1346875" cy="1074763"/>
      </dsp:txXfrm>
    </dsp:sp>
    <dsp:sp modelId="{A072948E-451D-4669-B4B1-E4D7E7C0A1A3}">
      <dsp:nvSpPr>
        <dsp:cNvPr id="0" name=""/>
        <dsp:cNvSpPr/>
      </dsp:nvSpPr>
      <dsp:spPr>
        <a:xfrm>
          <a:off x="1346875" y="1638125"/>
          <a:ext cx="4040626" cy="107476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963" tIns="190500" rIns="81963" bIns="19050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500" b="1" kern="1200" err="1">
              <a:latin typeface="Aptos Display" panose="020F0302020204030204"/>
            </a:rPr>
            <a:t>انماط</a:t>
          </a:r>
          <a:r>
            <a:rPr lang="he-IL" sz="1500" b="1" kern="1200">
              <a:latin typeface="Aptos Display" panose="020F0302020204030204"/>
            </a:rPr>
            <a:t> </a:t>
          </a:r>
          <a:r>
            <a:rPr lang="he-IL" sz="1500" b="1" kern="1200" err="1">
              <a:latin typeface="Aptos Display" panose="020F0302020204030204"/>
            </a:rPr>
            <a:t>الشموع</a:t>
          </a:r>
          <a:r>
            <a:rPr lang="he-IL" sz="1500" b="1" kern="1200">
              <a:latin typeface="Aptos Display" panose="020F0302020204030204"/>
            </a:rPr>
            <a:t> </a:t>
          </a:r>
          <a:r>
            <a:rPr lang="he-IL" sz="1500" b="1" kern="1200" err="1">
              <a:latin typeface="Aptos Display" panose="020F0302020204030204"/>
            </a:rPr>
            <a:t>اليابانية</a:t>
          </a:r>
          <a:r>
            <a:rPr lang="he-IL" sz="1500" b="1" kern="1200">
              <a:latin typeface="Aptos Display" panose="020F0302020204030204"/>
            </a:rPr>
            <a:t> </a:t>
          </a:r>
          <a:r>
            <a:rPr lang="he-IL" sz="1500" b="1" kern="1200" err="1">
              <a:latin typeface="Aptos Display" panose="020F0302020204030204"/>
            </a:rPr>
            <a:t>الشائعة</a:t>
          </a:r>
          <a:endParaRPr lang="he-IL" sz="1500" b="0" kern="1200" err="1">
            <a:latin typeface="Aptos Display" panose="020F0302020204030204"/>
          </a:endParaRPr>
        </a:p>
      </dsp:txBody>
      <dsp:txXfrm>
        <a:off x="1346875" y="1638125"/>
        <a:ext cx="4040626" cy="1074763"/>
      </dsp:txXfrm>
    </dsp:sp>
    <dsp:sp modelId="{CD5E5342-DE4F-4838-9AA6-6E9F62E0BD89}">
      <dsp:nvSpPr>
        <dsp:cNvPr id="0" name=""/>
        <dsp:cNvSpPr/>
      </dsp:nvSpPr>
      <dsp:spPr>
        <a:xfrm rot="10800000">
          <a:off x="0" y="769"/>
          <a:ext cx="1346875" cy="1074763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90" tIns="120904" rIns="95790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700" kern="1200" err="1"/>
            <a:t>محتويات</a:t>
          </a:r>
          <a:r>
            <a:rPr lang="he-IL" sz="1700" kern="1200"/>
            <a:t> </a:t>
          </a:r>
          <a:r>
            <a:rPr lang="he-IL" sz="1700" kern="1200" err="1"/>
            <a:t>الكورس</a:t>
          </a:r>
          <a:r>
            <a:rPr lang="he-IL" sz="1700" kern="1200"/>
            <a:t>:</a:t>
          </a:r>
          <a:endParaRPr lang="en-US" sz="1700" kern="1200"/>
        </a:p>
      </dsp:txBody>
      <dsp:txXfrm rot="10800000">
        <a:off x="0" y="769"/>
        <a:ext cx="1346875" cy="698349"/>
      </dsp:txXfrm>
    </dsp:sp>
    <dsp:sp modelId="{2F173800-4F04-4060-81A1-636246744DD8}">
      <dsp:nvSpPr>
        <dsp:cNvPr id="0" name=""/>
        <dsp:cNvSpPr/>
      </dsp:nvSpPr>
      <dsp:spPr>
        <a:xfrm rot="10800000">
          <a:off x="0" y="769"/>
          <a:ext cx="1346875" cy="165348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90" tIns="120904" rIns="95790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700" kern="1200" err="1"/>
            <a:t>محتويات</a:t>
          </a:r>
          <a:r>
            <a:rPr lang="he-IL" sz="1700" kern="1200"/>
            <a:t> </a:t>
          </a:r>
          <a:r>
            <a:rPr lang="he-IL" sz="1700" kern="1200" err="1"/>
            <a:t>الكورس</a:t>
          </a:r>
          <a:r>
            <a:rPr lang="he-IL" sz="1700" kern="1200"/>
            <a:t>:</a:t>
          </a:r>
          <a:endParaRPr lang="en-US" sz="1700" kern="1200"/>
        </a:p>
      </dsp:txBody>
      <dsp:txXfrm rot="10800000">
        <a:off x="0" y="769"/>
        <a:ext cx="1346875" cy="698349"/>
      </dsp:txXfrm>
    </dsp:sp>
    <dsp:sp modelId="{86590AC6-5DC0-496F-94AA-2718617CA851}">
      <dsp:nvSpPr>
        <dsp:cNvPr id="0" name=""/>
        <dsp:cNvSpPr/>
      </dsp:nvSpPr>
      <dsp:spPr>
        <a:xfrm>
          <a:off x="1346875" y="769"/>
          <a:ext cx="4040626" cy="107476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1E5DA-E50B-4A47-BB7A-EBC15E9B07F2}">
      <dsp:nvSpPr>
        <dsp:cNvPr id="0" name=""/>
        <dsp:cNvSpPr/>
      </dsp:nvSpPr>
      <dsp:spPr>
        <a:xfrm>
          <a:off x="0" y="3404249"/>
          <a:ext cx="1346875" cy="11173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90" tIns="149352" rIns="95790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b="1" kern="1200"/>
            <a:t>أدوات التحليل الفني الأساسية:</a:t>
          </a:r>
          <a:endParaRPr lang="he-IL" sz="2100" kern="1200"/>
        </a:p>
      </dsp:txBody>
      <dsp:txXfrm>
        <a:off x="0" y="3404249"/>
        <a:ext cx="1346875" cy="1117350"/>
      </dsp:txXfrm>
    </dsp:sp>
    <dsp:sp modelId="{CF396113-37AC-479C-8325-C33511933DB2}">
      <dsp:nvSpPr>
        <dsp:cNvPr id="0" name=""/>
        <dsp:cNvSpPr/>
      </dsp:nvSpPr>
      <dsp:spPr>
        <a:xfrm>
          <a:off x="1346875" y="3404249"/>
          <a:ext cx="4040626" cy="111735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963" tIns="177800" rIns="81963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400" b="0" kern="1200"/>
            <a:t>المتوسطات المتحركة.</a:t>
          </a:r>
          <a:endParaRPr lang="he-IL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400" b="0" kern="1200"/>
            <a:t>مؤشر القوة النسبية (RSI).</a:t>
          </a:r>
          <a:endParaRPr lang="he-IL" sz="1400" kern="1200"/>
        </a:p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400" b="0" kern="1200">
              <a:latin typeface="Aptos Display" panose="020F0302020204030204"/>
            </a:rPr>
            <a:t>MACD</a:t>
          </a:r>
          <a:endParaRPr lang="he-IL" sz="1400" kern="1200"/>
        </a:p>
      </dsp:txBody>
      <dsp:txXfrm>
        <a:off x="1346875" y="3404249"/>
        <a:ext cx="4040626" cy="1117350"/>
      </dsp:txXfrm>
    </dsp:sp>
    <dsp:sp modelId="{6851ED51-6D2F-4AC6-BA43-6A8499B08A3A}">
      <dsp:nvSpPr>
        <dsp:cNvPr id="0" name=""/>
        <dsp:cNvSpPr/>
      </dsp:nvSpPr>
      <dsp:spPr>
        <a:xfrm rot="10800000">
          <a:off x="0" y="1702524"/>
          <a:ext cx="1346875" cy="171848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90" tIns="149352" rIns="95790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b="1" kern="1200"/>
            <a:t>الاتجاهات وخطوط الاتجاه:</a:t>
          </a:r>
          <a:endParaRPr lang="he-IL" sz="2100" kern="1200"/>
        </a:p>
      </dsp:txBody>
      <dsp:txXfrm rot="-10800000">
        <a:off x="0" y="1702524"/>
        <a:ext cx="1346875" cy="1117015"/>
      </dsp:txXfrm>
    </dsp:sp>
    <dsp:sp modelId="{BB284537-FA32-4F85-953D-76D0D160E65C}">
      <dsp:nvSpPr>
        <dsp:cNvPr id="0" name=""/>
        <dsp:cNvSpPr/>
      </dsp:nvSpPr>
      <dsp:spPr>
        <a:xfrm>
          <a:off x="1346875" y="1702524"/>
          <a:ext cx="4040626" cy="111701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963" tIns="177800" rIns="81963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400" b="0" kern="1200"/>
            <a:t>كيفية التعرف على الاتجاهات (صاعدة، هابطة، جانبية).</a:t>
          </a:r>
          <a:endParaRPr lang="he-IL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400" b="0" kern="1200"/>
            <a:t>كيفية رسم خطوط الاتجاه.</a:t>
          </a:r>
          <a:endParaRPr lang="he-IL" sz="1400" kern="1200"/>
        </a:p>
      </dsp:txBody>
      <dsp:txXfrm>
        <a:off x="1346875" y="1702524"/>
        <a:ext cx="4040626" cy="1117015"/>
      </dsp:txXfrm>
    </dsp:sp>
    <dsp:sp modelId="{74196DB1-0201-4104-A84D-3772EA3D877B}">
      <dsp:nvSpPr>
        <dsp:cNvPr id="0" name=""/>
        <dsp:cNvSpPr/>
      </dsp:nvSpPr>
      <dsp:spPr>
        <a:xfrm rot="10800000">
          <a:off x="0" y="799"/>
          <a:ext cx="1346875" cy="171848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90" tIns="149352" rIns="95790" bIns="149352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b="1" kern="1200"/>
            <a:t>مستويات الدعم والمقاومة:</a:t>
          </a:r>
          <a:endParaRPr lang="he-IL" sz="2100" b="1" kern="1200">
            <a:latin typeface="Aptos Display" panose="020F0302020204030204"/>
          </a:endParaRPr>
        </a:p>
      </dsp:txBody>
      <dsp:txXfrm rot="-10800000">
        <a:off x="0" y="799"/>
        <a:ext cx="1346875" cy="1117015"/>
      </dsp:txXfrm>
    </dsp:sp>
    <dsp:sp modelId="{97C607BE-AAA2-4F47-AE8A-A4956E71BFF7}">
      <dsp:nvSpPr>
        <dsp:cNvPr id="0" name=""/>
        <dsp:cNvSpPr/>
      </dsp:nvSpPr>
      <dsp:spPr>
        <a:xfrm>
          <a:off x="1346875" y="799"/>
          <a:ext cx="4040626" cy="111701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963" tIns="177800" rIns="81963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400" b="0" kern="1200"/>
            <a:t>كيفية تحديد مستويات الدعم والمقاومة.</a:t>
          </a:r>
          <a:endParaRPr lang="he-IL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400" b="0" kern="1200"/>
            <a:t>كيفية استخدامها لتحديد نقاط الدخول والخروج.</a:t>
          </a:r>
          <a:endParaRPr lang="he-IL" sz="1400" kern="1200"/>
        </a:p>
      </dsp:txBody>
      <dsp:txXfrm>
        <a:off x="1346875" y="799"/>
        <a:ext cx="4040626" cy="1117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1964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992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126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665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741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209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6066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84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3462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043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4124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BA6C2-223D-49D5-8CD2-1757D9EC7028}" type="datetimeFigureOut">
              <a:rPr lang="he-IL" smtClean="0"/>
              <a:t>י"ח/טבת/תשפ"ה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589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כותרת 3">
            <a:extLst>
              <a:ext uri="{FF2B5EF4-FFF2-40B4-BE49-F238E27FC236}">
                <a16:creationId xmlns:a16="http://schemas.microsoft.com/office/drawing/2014/main" id="{D3AF1725-D272-3739-23BD-CE4458C2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he-IL" err="1">
                <a:cs typeface="Times New Roman"/>
              </a:rPr>
              <a:t>كورس</a:t>
            </a:r>
            <a:r>
              <a:rPr lang="he-IL">
                <a:cs typeface="Times New Roman"/>
              </a:rPr>
              <a:t> </a:t>
            </a:r>
            <a:r>
              <a:rPr lang="he-IL" err="1">
                <a:cs typeface="Times New Roman"/>
              </a:rPr>
              <a:t>تداول</a:t>
            </a:r>
            <a:r>
              <a:rPr lang="he-IL">
                <a:cs typeface="Times New Roman"/>
              </a:rPr>
              <a:t> </a:t>
            </a:r>
            <a:r>
              <a:rPr lang="he-IL" err="1">
                <a:cs typeface="Times New Roman"/>
              </a:rPr>
              <a:t>العملات</a:t>
            </a:r>
            <a:r>
              <a:rPr lang="he-IL">
                <a:cs typeface="Times New Roman"/>
              </a:rPr>
              <a:t> </a:t>
            </a:r>
            <a:r>
              <a:rPr lang="he-IL" err="1">
                <a:cs typeface="Times New Roman"/>
              </a:rPr>
              <a:t>الرقمية</a:t>
            </a:r>
            <a:r>
              <a:rPr lang="he-IL">
                <a:cs typeface="Times New Roman"/>
              </a:rPr>
              <a:t> - </a:t>
            </a:r>
            <a:r>
              <a:rPr lang="he-IL" err="1">
                <a:cs typeface="Times New Roman"/>
              </a:rPr>
              <a:t>Alpha</a:t>
            </a:r>
            <a:r>
              <a:rPr lang="he-IL">
                <a:cs typeface="Times New Roman"/>
              </a:rPr>
              <a:t> </a:t>
            </a:r>
            <a:r>
              <a:rPr lang="he-IL" err="1">
                <a:cs typeface="Times New Roman"/>
              </a:rPr>
              <a:t>Traders</a:t>
            </a:r>
            <a:endParaRPr lang="he-IL">
              <a:cs typeface="Times New Roman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2F67E0-D0A1-066C-A0A3-9B3EBDCEB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6" r="24214" b="-4"/>
          <a:stretch/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39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2" name="מציין מיקום תוכן 4">
            <a:extLst>
              <a:ext uri="{FF2B5EF4-FFF2-40B4-BE49-F238E27FC236}">
                <a16:creationId xmlns:a16="http://schemas.microsoft.com/office/drawing/2014/main" id="{750E5416-1E71-ECC6-86A0-7643564A06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877080"/>
              </p:ext>
            </p:extLst>
          </p:nvPr>
        </p:nvGraphicFramePr>
        <p:xfrm>
          <a:off x="838200" y="1825625"/>
          <a:ext cx="538750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78401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כותרת 3">
            <a:extLst>
              <a:ext uri="{FF2B5EF4-FFF2-40B4-BE49-F238E27FC236}">
                <a16:creationId xmlns:a16="http://schemas.microsoft.com/office/drawing/2014/main" id="{D3AF1725-D272-3739-23BD-CE4458C2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he-IL" err="1">
                <a:cs typeface="Times New Roman"/>
              </a:rPr>
              <a:t>كورس</a:t>
            </a:r>
            <a:r>
              <a:rPr lang="he-IL">
                <a:cs typeface="Times New Roman"/>
              </a:rPr>
              <a:t> </a:t>
            </a:r>
            <a:r>
              <a:rPr lang="he-IL" err="1">
                <a:cs typeface="Times New Roman"/>
              </a:rPr>
              <a:t>تداول</a:t>
            </a:r>
            <a:r>
              <a:rPr lang="he-IL">
                <a:cs typeface="Times New Roman"/>
              </a:rPr>
              <a:t> </a:t>
            </a:r>
            <a:r>
              <a:rPr lang="he-IL" err="1">
                <a:cs typeface="Times New Roman"/>
              </a:rPr>
              <a:t>العملات</a:t>
            </a:r>
            <a:r>
              <a:rPr lang="he-IL">
                <a:cs typeface="Times New Roman"/>
              </a:rPr>
              <a:t> </a:t>
            </a:r>
            <a:r>
              <a:rPr lang="he-IL" err="1">
                <a:cs typeface="Times New Roman"/>
              </a:rPr>
              <a:t>الرقمية</a:t>
            </a:r>
            <a:r>
              <a:rPr lang="he-IL">
                <a:cs typeface="Times New Roman"/>
              </a:rPr>
              <a:t> - </a:t>
            </a:r>
            <a:r>
              <a:rPr lang="he-IL" err="1">
                <a:cs typeface="Times New Roman"/>
              </a:rPr>
              <a:t>Alpha</a:t>
            </a:r>
            <a:r>
              <a:rPr lang="he-IL">
                <a:cs typeface="Times New Roman"/>
              </a:rPr>
              <a:t> </a:t>
            </a:r>
            <a:r>
              <a:rPr lang="he-IL" err="1">
                <a:cs typeface="Times New Roman"/>
              </a:rPr>
              <a:t>Traders</a:t>
            </a:r>
            <a:endParaRPr lang="he-IL">
              <a:cs typeface="Times New Roman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2F67E0-D0A1-066C-A0A3-9B3EBDCEB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6" r="24214" b="-4"/>
          <a:stretch/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39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2" name="מציין מיקום תוכן 4">
            <a:extLst>
              <a:ext uri="{FF2B5EF4-FFF2-40B4-BE49-F238E27FC236}">
                <a16:creationId xmlns:a16="http://schemas.microsoft.com/office/drawing/2014/main" id="{750E5416-1E71-ECC6-86A0-7643564A06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9426377"/>
              </p:ext>
            </p:extLst>
          </p:nvPr>
        </p:nvGraphicFramePr>
        <p:xfrm>
          <a:off x="775996" y="1654564"/>
          <a:ext cx="5387502" cy="4522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77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2AD14C4-B8B6-3934-8B1F-C1E83045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الشموع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اليابانية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endParaRPr lang="he-IL">
              <a:cs typeface="+mj-cs"/>
            </a:endParaRPr>
          </a:p>
        </p:txBody>
      </p:sp>
      <p:pic>
        <p:nvPicPr>
          <p:cNvPr id="6" name="מציין מיקום תוכן 5" descr="תמונה שמכילה טקסט, צילום מסך, תוכנה, תכונות מולטימדי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7562EE46-0561-AF16-CE52-051A4A0C5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804" y="1716601"/>
            <a:ext cx="10499881" cy="480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74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3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3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4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4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8204EFE-1774-C3AA-5FA9-C97D4869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جسم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الشمعة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:Candlestick </a:t>
            </a:r>
            <a:endParaRPr lang="he-IL">
              <a:ea typeface="+mj-ea"/>
              <a:cs typeface="+mj-cs"/>
            </a:endParaRPr>
          </a:p>
        </p:txBody>
      </p:sp>
      <p:pic>
        <p:nvPicPr>
          <p:cNvPr id="4" name="מציין מיקום תוכן 3" descr="תמונה שמכילה טקסט, צילום מסך, תרשים, קו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04891218-87C6-8601-F824-0DA812B94C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6" b="1"/>
          <a:stretch/>
        </p:blipFill>
        <p:spPr>
          <a:xfrm>
            <a:off x="2138549" y="1966293"/>
            <a:ext cx="791490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86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2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BBF1ED4-C097-B9E3-511D-5C8DFFD4D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200">
                <a:solidFill>
                  <a:schemeClr val="bg1"/>
                </a:solidFill>
              </a:rPr>
              <a:t>Reversal </a:t>
            </a:r>
            <a:r>
              <a:rPr lang="en-US" sz="3200" err="1">
                <a:solidFill>
                  <a:schemeClr val="bg1"/>
                </a:solidFill>
              </a:rPr>
              <a:t>CandleStick</a:t>
            </a:r>
            <a:r>
              <a:rPr lang="en-US" sz="3200">
                <a:solidFill>
                  <a:schemeClr val="bg1"/>
                </a:solidFill>
              </a:rPr>
              <a:t> Patterns </a:t>
            </a:r>
            <a:endParaRPr lang="en-US" sz="3200" kern="12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מציין מיקום תוכן 3" descr="תמונה שמכילה טקסט, תרשים, צילום מסך, קו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313E619B-AD70-E6C6-F580-B859B6466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8271" y="1675227"/>
            <a:ext cx="767545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17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23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51E714D-7020-C462-2D6E-F17F59CE9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13" y="2421683"/>
            <a:ext cx="4675713" cy="2531319"/>
          </a:xfrm>
        </p:spPr>
        <p:txBody>
          <a:bodyPr vert="horz" lIns="91440" tIns="45720" rIns="91440" bIns="45720" rtlCol="1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Example of a reversal Pattern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Hammer </a:t>
            </a:r>
          </a:p>
        </p:txBody>
      </p:sp>
      <p:grpSp>
        <p:nvGrpSpPr>
          <p:cNvPr id="40" name="Group 27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29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31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מציין מיקום תוכן 9" descr="תמונה שמכילה תרשים, עיצוב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012F8E75-4299-18F7-E3A8-34F940587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314" y="978889"/>
            <a:ext cx="6644730" cy="510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2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D24434-33FE-8009-8EB7-D19552E11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1800"/>
              <a:t>Example of a reversal Pattern</a:t>
            </a:r>
          </a:p>
          <a:p>
            <a:pPr algn="ctr" rtl="0"/>
            <a:r>
              <a:rPr lang="en-US" sz="1800"/>
              <a:t>Hammer </a:t>
            </a:r>
          </a:p>
        </p:txBody>
      </p:sp>
      <p:pic>
        <p:nvPicPr>
          <p:cNvPr id="4" name="מציין מיקום תוכן 3" descr="תמונה שמכילה טקסט, צילום מסך, עלילה, גופ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64DD5A6F-CEB9-8282-09C6-29067B754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98" r="1" b="1"/>
          <a:stretch/>
        </p:blipFill>
        <p:spPr>
          <a:xfrm>
            <a:off x="349317" y="640080"/>
            <a:ext cx="11202603" cy="4937058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92536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טקסט, תרשים, צילום מסך, גופ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2359E65A-4BED-8D3B-8AFC-81F4F6624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405" y="643467"/>
            <a:ext cx="952319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9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טקסט, תרשים, צילום מסך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D2C5FCEB-13F9-B08F-B1A7-4BEBF709A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8857" y="457200"/>
            <a:ext cx="943428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165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FB95099-5F3F-568B-4694-70D933E08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Morning Star </a:t>
            </a:r>
            <a:endParaRPr lang="en-US" sz="26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מציין מיקום תוכן 3" descr="תמונה שמכילה טקסט, תרשים, גופן, צילום מסך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998F7B46-692C-4F17-B928-C082A9078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378669"/>
            <a:ext cx="7188199" cy="409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85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טקסט, צילום מסך, תוכנה גרפית, תוכנ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69E30BC8-3F0D-1DE4-CDAE-500D7A8DBE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57258"/>
            <a:ext cx="10905066" cy="534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91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8FFF22B-4B9A-9B67-F45E-4E0245F57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Evening star</a:t>
            </a:r>
          </a:p>
        </p:txBody>
      </p:sp>
      <p:pic>
        <p:nvPicPr>
          <p:cNvPr id="4" name="מציין מיקום תוכן 3" descr="תמונה שמכילה תרשים, טקסט, צילום מסך, גופ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CF901C6D-C9BE-C223-AAB7-2F6CDEE80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172008"/>
            <a:ext cx="7188199" cy="451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14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טקסט, צילום מסך, תוכנה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D8B1AF90-D2F9-4796-2FB1-F144588F5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16" y="346730"/>
            <a:ext cx="11648573" cy="617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80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F52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42BEB8C-8A94-0D5B-9F93-FD817766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2600">
                <a:solidFill>
                  <a:srgbClr val="FFFFFF"/>
                </a:solidFill>
              </a:rPr>
              <a:t>Three White </a:t>
            </a:r>
            <a:r>
              <a:rPr lang="en-US" sz="2600" err="1">
                <a:solidFill>
                  <a:srgbClr val="FFFFFF"/>
                </a:solidFill>
              </a:rPr>
              <a:t>soliders</a:t>
            </a:r>
            <a:r>
              <a:rPr lang="en-US" sz="2600">
                <a:solidFill>
                  <a:srgbClr val="FFFFFF"/>
                </a:solidFill>
              </a:rPr>
              <a:t> Patterns 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מציין מיקום תוכן 3" descr="תמונה שמכילה טקסט, תרשים, צילום מסך, גופ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7B9027AC-D487-B753-1A77-9FCB9416A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118096"/>
            <a:ext cx="7188199" cy="461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03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טקסט, צילום מסך, תרשים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98A402FF-D375-981E-8992-92080BD91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66310"/>
            <a:ext cx="10905066" cy="51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42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57E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26CDEFE-DB37-00EB-651E-2773F4B9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Three Black Crows Pattern </a:t>
            </a:r>
          </a:p>
        </p:txBody>
      </p:sp>
      <p:pic>
        <p:nvPicPr>
          <p:cNvPr id="4" name="מציין מיקום תוכן 3" descr="תמונה שמכילה טקסט, תרשים, צילום מסך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519EFE39-3CDB-A166-54C5-6A3DFF020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6472" y="961812"/>
            <a:ext cx="6872455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36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טקסט, תרשים, צילום מסך, גופ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B056A843-DD10-21F7-32D5-54B1377703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94"/>
          <a:stretch/>
        </p:blipFill>
        <p:spPr>
          <a:xfrm>
            <a:off x="393371" y="432914"/>
            <a:ext cx="11034283" cy="6122512"/>
          </a:xfrm>
          <a:prstGeom prst="rect">
            <a:avLst/>
          </a:prstGeom>
          <a:ln>
            <a:noFill/>
          </a:ln>
        </p:spPr>
      </p:pic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89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CC70C93-BBA3-21B4-F53F-3EF08990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Hanging Man </a:t>
            </a:r>
          </a:p>
        </p:txBody>
      </p:sp>
      <p:pic>
        <p:nvPicPr>
          <p:cNvPr id="7" name="מציין מיקום תוכן 6" descr="תמונה שמכילה תרשים, טקסט, צילום מסך, קו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4B85A50F-61C8-9179-DC8A-991D54F13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4420" y="1090502"/>
            <a:ext cx="6673712" cy="4683406"/>
          </a:xfrm>
        </p:spPr>
      </p:pic>
    </p:spTree>
    <p:extLst>
      <p:ext uri="{BB962C8B-B14F-4D97-AF65-F5344CB8AC3E}">
        <p14:creationId xmlns:p14="http://schemas.microsoft.com/office/powerpoint/2010/main" val="2698484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D0D6D3E-D7F9-4591-9CA9-DDF4DB1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C646E7F-4FBF-FCB2-6B5C-AB6C40CC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007" y="1012536"/>
            <a:ext cx="4613300" cy="28423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rtl="0"/>
            <a:r>
              <a:rPr lang="en-US" sz="4800" err="1"/>
              <a:t>Doji</a:t>
            </a:r>
            <a:r>
              <a:rPr lang="en-US" sz="4800"/>
              <a:t> :Neutral Candlestick Patterns</a:t>
            </a:r>
            <a:endParaRPr lang="en-US" sz="48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3611463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30721" y="-107390"/>
            <a:ext cx="3853890" cy="4068665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תרשים, עיצוב, פיקסל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15869262-7FE5-1BF6-9DB9-72FD27E2A4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53" b="3"/>
          <a:stretch/>
        </p:blipFill>
        <p:spPr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71974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טקסט, תרשים, גופן, צילום מסך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20D3FB1F-B269-1D66-079F-C17443D6E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695" y="643467"/>
            <a:ext cx="964263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189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גרף שוק המניות על צג">
            <a:extLst>
              <a:ext uri="{FF2B5EF4-FFF2-40B4-BE49-F238E27FC236}">
                <a16:creationId xmlns:a16="http://schemas.microsoft.com/office/drawing/2014/main" id="{D7F51B35-5517-4DD0-2979-028D23F18C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01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48394766-77F5-75DC-BBDE-BA80DD69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/>
            <a:r>
              <a:rPr lang="en-US" sz="89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Continuation Candlestick Patterns </a:t>
            </a:r>
          </a:p>
        </p:txBody>
      </p:sp>
    </p:spTree>
    <p:extLst>
      <p:ext uri="{BB962C8B-B14F-4D97-AF65-F5344CB8AC3E}">
        <p14:creationId xmlns:p14="http://schemas.microsoft.com/office/powerpoint/2010/main" val="3064320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19AA132-AF2B-79D9-2CF0-659936C3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rtl="0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Rising Three Methods Candlestick </a:t>
            </a:r>
          </a:p>
        </p:txBody>
      </p:sp>
      <p:grpSp>
        <p:nvGrpSpPr>
          <p:cNvPr id="196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תרשים, מלבן, עיצוב, פיקסל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05A50403-BB8C-B22E-836E-BDA961876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2129" y="666728"/>
            <a:ext cx="5316726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15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49E800-A5C8-49A0-A453-ED537DA31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8BA67DD7-B75D-4A30-90A4-EEA9F64A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8194" y="0"/>
            <a:ext cx="6164729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תרשים, צילום מסך, עיצוב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0B857D58-44FF-93DE-2673-093DCA2FF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912" y="676963"/>
            <a:ext cx="7125016" cy="5504074"/>
          </a:xfrm>
          <a:prstGeom prst="rect">
            <a:avLst/>
          </a:prstGeom>
        </p:spPr>
      </p:pic>
      <p:grpSp>
        <p:nvGrpSpPr>
          <p:cNvPr id="17" name="Group 12">
            <a:extLst>
              <a:ext uri="{FF2B5EF4-FFF2-40B4-BE49-F238E27FC236}">
                <a16:creationId xmlns:a16="http://schemas.microsoft.com/office/drawing/2014/main" id="{E8C5FC48-0A3C-4D6D-A0D5-EEE93213D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BBC336D-7E16-4EE1-90F2-8D9F2B618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0199BE21-2D26-4357-8702-909F3621A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6290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8">
            <a:extLst>
              <a:ext uri="{FF2B5EF4-FFF2-40B4-BE49-F238E27FC236}">
                <a16:creationId xmlns:a16="http://schemas.microsoft.com/office/drawing/2014/main" id="{6AA24DE7-C336-4994-8C52-D9B3F3D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B66A97B-2C8B-30C3-6E25-FE5DD5AC4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2752354" cy="2709275"/>
          </a:xfrm>
          <a:prstGeom prst="rect">
            <a:avLst/>
          </a:prstGeom>
          <a:solidFill>
            <a:schemeClr val="accent1"/>
          </a:solidFill>
          <a:ln w="174625" cmpd="thinThick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Falling Three Methods</a:t>
            </a:r>
          </a:p>
        </p:txBody>
      </p:sp>
      <p:pic>
        <p:nvPicPr>
          <p:cNvPr id="4" name="מציין מיקום תוכן 3" descr="תמונה שמכילה טקסט, צילום מסך, תרשים, גופ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B0B533C5-213C-803F-EDC7-16FE3C58D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0665" y="1663057"/>
            <a:ext cx="6804078" cy="384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10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טקסט, תרשים, קו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37905D45-E9CC-2C3A-59FF-EC1008E7F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327" y="643467"/>
            <a:ext cx="1076534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62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טקסט, צילום מסך, עלילה, תוכנ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5E984705-76BE-5830-4E2F-4005FC405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757" y="483733"/>
            <a:ext cx="11326171" cy="589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3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2AD14C4-B8B6-3934-8B1F-C1E83045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rtl="0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الشموع اليابانية </a:t>
            </a:r>
          </a:p>
        </p:txBody>
      </p:sp>
      <p:pic>
        <p:nvPicPr>
          <p:cNvPr id="4" name="מציין מיקום תוכן 3" descr="Candlestick Patterns Suck. On the unreliability of ...">
            <a:extLst>
              <a:ext uri="{FF2B5EF4-FFF2-40B4-BE49-F238E27FC236}">
                <a16:creationId xmlns:a16="http://schemas.microsoft.com/office/drawing/2014/main" id="{64A627F2-409E-C14B-5BFE-D1E0DC68E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1481" y="305623"/>
            <a:ext cx="7817300" cy="502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347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גרף שוק המניות על צג">
            <a:extLst>
              <a:ext uri="{FF2B5EF4-FFF2-40B4-BE49-F238E27FC236}">
                <a16:creationId xmlns:a16="http://schemas.microsoft.com/office/drawing/2014/main" id="{D7F51B35-5517-4DD0-2979-028D23F18C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017"/>
          <a:stretch/>
        </p:blipFill>
        <p:spPr>
          <a:xfrm>
            <a:off x="-120296" y="10"/>
            <a:ext cx="12191980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48394766-77F5-75DC-BBDE-BA80DD69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e-IL" err="1">
                <a:ln w="22225">
                  <a:solidFill>
                    <a:prstClr val="white"/>
                  </a:solidFill>
                  <a:miter lim="800000"/>
                </a:ln>
                <a:solidFill>
                  <a:srgbClr val="000000"/>
                </a:solidFill>
                <a:latin typeface="Times New Roman"/>
                <a:cs typeface="Times New Roman"/>
              </a:rPr>
              <a:t>Reversal</a:t>
            </a:r>
            <a:r>
              <a:rPr lang="he-IL">
                <a:ln w="22225">
                  <a:solidFill>
                    <a:prstClr val="white"/>
                  </a:solidFill>
                  <a:miter lim="800000"/>
                </a:ln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he-IL" err="1">
                <a:ln w="22225">
                  <a:solidFill>
                    <a:prstClr val="white"/>
                  </a:solidFill>
                  <a:miter lim="800000"/>
                </a:ln>
                <a:solidFill>
                  <a:srgbClr val="000000"/>
                </a:solidFill>
                <a:latin typeface="Times New Roman"/>
                <a:cs typeface="Times New Roman"/>
              </a:rPr>
              <a:t>Chart</a:t>
            </a:r>
            <a:r>
              <a:rPr lang="he-IL">
                <a:ln w="22225">
                  <a:solidFill>
                    <a:prstClr val="white"/>
                  </a:solidFill>
                  <a:miter lim="800000"/>
                </a:ln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he-IL" err="1">
                <a:ln w="22225">
                  <a:solidFill>
                    <a:prstClr val="white"/>
                  </a:solidFill>
                  <a:miter lim="800000"/>
                </a:ln>
                <a:solidFill>
                  <a:srgbClr val="000000"/>
                </a:solidFill>
                <a:latin typeface="Times New Roman"/>
                <a:cs typeface="Times New Roman"/>
              </a:rPr>
              <a:t>Patterns</a:t>
            </a:r>
            <a:endParaRPr lang="en-US" err="1">
              <a:ln w="22225">
                <a:solidFill>
                  <a:prstClr val="white"/>
                </a:solidFill>
                <a:miter lim="800000"/>
              </a:ln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/>
            <a:r>
              <a:rPr lang="en-US" sz="5400" err="1">
                <a:ln w="22225">
                  <a:solidFill>
                    <a:prstClr val="white"/>
                  </a:solidFill>
                  <a:miter lim="800000"/>
                </a:ln>
                <a:ea typeface="+mj-lt"/>
                <a:cs typeface="+mj-lt"/>
              </a:rPr>
              <a:t>النماذج</a:t>
            </a:r>
            <a:r>
              <a:rPr lang="en-US" sz="5400">
                <a:ln w="22225">
                  <a:solidFill>
                    <a:prstClr val="white"/>
                  </a:solidFill>
                  <a:miter lim="800000"/>
                </a:ln>
                <a:ea typeface="+mj-lt"/>
                <a:cs typeface="+mj-lt"/>
              </a:rPr>
              <a:t> </a:t>
            </a:r>
            <a:r>
              <a:rPr lang="en-US" sz="5400" err="1">
                <a:ln w="22225">
                  <a:solidFill>
                    <a:prstClr val="white"/>
                  </a:solidFill>
                  <a:miter lim="800000"/>
                </a:ln>
              </a:rPr>
              <a:t>الفنية</a:t>
            </a:r>
            <a:r>
              <a:rPr lang="en-US" sz="5400">
                <a:ln w="22225">
                  <a:solidFill>
                    <a:prstClr val="white"/>
                  </a:solidFill>
                  <a:miter lim="800000"/>
                </a:ln>
              </a:rPr>
              <a:t> </a:t>
            </a:r>
            <a:r>
              <a:rPr lang="en-US" sz="5400" err="1">
                <a:ln w="22225">
                  <a:solidFill>
                    <a:prstClr val="white"/>
                  </a:solidFill>
                  <a:miter lim="800000"/>
                </a:ln>
              </a:rPr>
              <a:t>الانعكاسية</a:t>
            </a:r>
            <a:endParaRPr lang="en-US" sz="5400">
              <a:ln w="22225">
                <a:solidFill>
                  <a:prstClr val="white"/>
                </a:solidFill>
                <a:miter lim="800000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966044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453E9E8-50E9-D2C2-EAE2-4C52CA36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/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Double Top Pattern-Bullish reversal chart pattern </a:t>
            </a:r>
          </a:p>
        </p:txBody>
      </p:sp>
      <p:pic>
        <p:nvPicPr>
          <p:cNvPr id="25" name="מציין מיקום תוכן 3" descr="תמונה שמכילה טקסט, קו, תרשים, גופ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306EE3A9-CBC0-E77D-38B2-6982777BC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9659" y="1966293"/>
            <a:ext cx="947268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46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453E9E8-50E9-D2C2-EAE2-4C52CA36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/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Double Top Pattern-Bullish reversal chart pattern </a:t>
            </a:r>
          </a:p>
        </p:txBody>
      </p:sp>
      <p:pic>
        <p:nvPicPr>
          <p:cNvPr id="18" name="מציין מיקום תוכן 17" descr="תמונה שמכילה טקסט, קו, תרשים, צילום מסך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C0531548-FD3C-AA39-F896-859A7180E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9132" y="1793684"/>
            <a:ext cx="8770604" cy="442614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2722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 descr="תמונה שמכילה טקסט, תרשים, צילום מסך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EC1E9A84-D6F2-C322-60DB-70A59F4A5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440811"/>
            <a:ext cx="10905066" cy="624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38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5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788556F-0056-0A36-23B5-6F458FB6E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Double Bottom Pattern-Bearish reversal chart pattern  </a:t>
            </a:r>
          </a:p>
        </p:txBody>
      </p:sp>
      <p:pic>
        <p:nvPicPr>
          <p:cNvPr id="4" name="מציין מיקום תוכן 3" descr="תמונה שמכילה טקסט, קו, תרשים, צילום מסך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E0ADFB82-819F-4524-63C0-ECE0BE4B1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7511" y="2354239"/>
            <a:ext cx="6956977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42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25A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טקסט, צילום מסך, עלילה, גופ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6BCCAA26-7B73-CD1A-47FF-FC0C30B7B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020" y="477311"/>
            <a:ext cx="11235934" cy="590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634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D19045A-9D79-137B-3293-C2C64129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Head and shoulders - رأس وكتفين </a:t>
            </a:r>
          </a:p>
        </p:txBody>
      </p:sp>
      <p:pic>
        <p:nvPicPr>
          <p:cNvPr id="4" name="מציין מיקום תוכן 3" descr="תמונה שמכילה קו, תרשים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F2F71FEC-9AD6-24AD-DE76-772C3A096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4546" y="1715332"/>
            <a:ext cx="5682592" cy="468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28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 descr="תמונה שמכילה תרשים, טקסט, גופן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111381ED-44FC-6EAF-DDED-029F08C68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06" r="15321"/>
          <a:stretch/>
        </p:blipFill>
        <p:spPr>
          <a:xfrm>
            <a:off x="1744719" y="90247"/>
            <a:ext cx="8705579" cy="6677517"/>
          </a:xfrm>
          <a:prstGeom prst="rect">
            <a:avLst/>
          </a:prstGeom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2505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A74A942-06C9-B6B3-DADE-AE09CA3A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15" y="319072"/>
            <a:ext cx="5458838" cy="1325563"/>
          </a:xfrm>
        </p:spPr>
        <p:txBody>
          <a:bodyPr>
            <a:normAutofit/>
          </a:bodyPr>
          <a:lstStyle/>
          <a:p>
            <a:r>
              <a:rPr lang="he-IL" sz="2800" err="1">
                <a:latin typeface="Times New Roman"/>
                <a:cs typeface="Times New Roman"/>
              </a:rPr>
              <a:t>Inverted</a:t>
            </a:r>
            <a:r>
              <a:rPr lang="he-IL" sz="2800">
                <a:latin typeface="Times New Roman"/>
                <a:cs typeface="Times New Roman"/>
              </a:rPr>
              <a:t> </a:t>
            </a:r>
            <a:r>
              <a:rPr lang="he-IL" sz="2800" err="1">
                <a:latin typeface="Times New Roman"/>
                <a:cs typeface="Times New Roman"/>
              </a:rPr>
              <a:t>Head</a:t>
            </a:r>
            <a:r>
              <a:rPr lang="he-IL" sz="2800">
                <a:latin typeface="Times New Roman"/>
                <a:cs typeface="Times New Roman"/>
              </a:rPr>
              <a:t> </a:t>
            </a:r>
            <a:r>
              <a:rPr lang="he-IL" sz="2800" err="1">
                <a:latin typeface="Times New Roman"/>
                <a:cs typeface="Times New Roman"/>
              </a:rPr>
              <a:t>and</a:t>
            </a:r>
            <a:r>
              <a:rPr lang="he-IL" sz="2800">
                <a:latin typeface="Times New Roman"/>
                <a:cs typeface="Times New Roman"/>
              </a:rPr>
              <a:t> </a:t>
            </a:r>
            <a:r>
              <a:rPr lang="he-IL" sz="2800" err="1">
                <a:latin typeface="Times New Roman"/>
                <a:cs typeface="Times New Roman"/>
              </a:rPr>
              <a:t>Shoulders</a:t>
            </a:r>
            <a:r>
              <a:rPr lang="he-IL" sz="2800">
                <a:latin typeface="Times New Roman"/>
                <a:cs typeface="Times New Roman"/>
              </a:rPr>
              <a:t> </a:t>
            </a:r>
            <a:r>
              <a:rPr lang="he-IL" sz="2800" err="1">
                <a:latin typeface="Times New Roman"/>
                <a:cs typeface="Times New Roman"/>
              </a:rPr>
              <a:t>Pattern</a:t>
            </a:r>
            <a:endParaRPr lang="he-IL" sz="2800">
              <a:latin typeface="Times New Roman"/>
              <a:cs typeface="Times New Roman"/>
            </a:endParaRPr>
          </a:p>
          <a:p>
            <a:br>
              <a:rPr lang="en-US" sz="2800"/>
            </a:br>
            <a:endParaRPr lang="en-US" sz="28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קו, עגלת יד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F1342B05-2E44-7DE2-1976-3287256EE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103" y="1103785"/>
            <a:ext cx="7875512" cy="543318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199734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F51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8DCE113-7BAC-DBE9-33A4-FC2DB50E3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/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Rising Wedge وتد صاعد</a:t>
            </a:r>
          </a:p>
        </p:txBody>
      </p:sp>
      <p:pic>
        <p:nvPicPr>
          <p:cNvPr id="4" name="מציין מיקום תוכן 3" descr="תמונה שמכילה קו, טקסט, תרשים, מדרו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90633B0E-A434-5195-5E30-EEA2ECAEC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912957"/>
            <a:ext cx="7347537" cy="503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42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קו, טקסט, תרשים, מדרו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6F427294-0AE8-11A2-9557-5BC77A438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1038"/>
          <a:stretch/>
        </p:blipFill>
        <p:spPr>
          <a:xfrm>
            <a:off x="835325" y="457200"/>
            <a:ext cx="1052134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70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קו, תרשים, עלילה, מדרו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8AA028D7-8FF3-89EB-0F66-013CFF3F7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2405" y="643467"/>
            <a:ext cx="7987190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929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4127263-91FD-AA7C-EE18-B2B8C7181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Falling wedge وتد هابط</a:t>
            </a:r>
          </a:p>
        </p:txBody>
      </p:sp>
      <p:pic>
        <p:nvPicPr>
          <p:cNvPr id="4" name="מציין מיקום תוכן 3" descr="תמונה שמכילה קו, טקסט, תרשים, מדרון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2F26B106-6D3A-B6B7-A110-DCFE3B7DF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156301"/>
            <a:ext cx="6780700" cy="454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970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קו, תרשים, טקסט, מקביל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09A0CE18-725C-A88B-9C53-0C176B9CB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8192" y="643467"/>
            <a:ext cx="9095615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52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34ABD60-B8EA-D2EF-0E6A-3DA7228F1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Falling wedge reversal pattern </a:t>
            </a:r>
          </a:p>
        </p:txBody>
      </p:sp>
      <p:pic>
        <p:nvPicPr>
          <p:cNvPr id="6" name="מציין מיקום תוכן 5" descr="תמונה שמכילה טקסט, צילום מסך, תרשים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50838B64-537C-A47C-FDAB-A0BDBD505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700" y="1474701"/>
            <a:ext cx="12020926" cy="530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24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גרף שוק המניות על צג">
            <a:extLst>
              <a:ext uri="{FF2B5EF4-FFF2-40B4-BE49-F238E27FC236}">
                <a16:creationId xmlns:a16="http://schemas.microsoft.com/office/drawing/2014/main" id="{D7F51B35-5517-4DD0-2979-028D23F18C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017"/>
          <a:stretch/>
        </p:blipFill>
        <p:spPr>
          <a:xfrm>
            <a:off x="-120296" y="10"/>
            <a:ext cx="12191980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48394766-77F5-75DC-BBDE-BA80DD69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e-IL" err="1">
                <a:ln w="22225">
                  <a:solidFill>
                    <a:prstClr val="white"/>
                  </a:solidFill>
                  <a:miter lim="800000"/>
                </a:ln>
                <a:solidFill>
                  <a:srgbClr val="000000"/>
                </a:solidFill>
                <a:latin typeface="Times New Roman"/>
                <a:cs typeface="Times New Roman"/>
              </a:rPr>
              <a:t>Continuation</a:t>
            </a:r>
            <a:r>
              <a:rPr lang="he-IL">
                <a:ln w="22225">
                  <a:solidFill>
                    <a:prstClr val="white"/>
                  </a:solidFill>
                  <a:miter lim="800000"/>
                </a:ln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he-IL" err="1">
                <a:ln w="22225">
                  <a:solidFill>
                    <a:prstClr val="white"/>
                  </a:solidFill>
                  <a:miter lim="800000"/>
                </a:ln>
                <a:solidFill>
                  <a:srgbClr val="000000"/>
                </a:solidFill>
                <a:latin typeface="Times New Roman"/>
                <a:cs typeface="Times New Roman"/>
              </a:rPr>
              <a:t>Chart</a:t>
            </a:r>
            <a:r>
              <a:rPr lang="he-IL">
                <a:ln w="22225">
                  <a:solidFill>
                    <a:prstClr val="white"/>
                  </a:solidFill>
                  <a:miter lim="800000"/>
                </a:ln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he-IL" err="1">
                <a:ln w="22225">
                  <a:solidFill>
                    <a:prstClr val="white"/>
                  </a:solidFill>
                  <a:miter lim="800000"/>
                </a:ln>
                <a:solidFill>
                  <a:srgbClr val="000000"/>
                </a:solidFill>
                <a:latin typeface="Times New Roman"/>
                <a:cs typeface="Times New Roman"/>
              </a:rPr>
              <a:t>Patterns</a:t>
            </a:r>
            <a:endParaRPr lang="en-US" err="1">
              <a:ln w="22225">
                <a:solidFill>
                  <a:prstClr val="white"/>
                </a:solidFill>
                <a:miter lim="800000"/>
              </a:ln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/>
            <a:r>
              <a:rPr lang="en-US" sz="5400" err="1">
                <a:ln w="22225">
                  <a:solidFill>
                    <a:prstClr val="white"/>
                  </a:solidFill>
                  <a:miter lim="800000"/>
                </a:ln>
                <a:ea typeface="+mj-lt"/>
                <a:cs typeface="+mj-lt"/>
              </a:rPr>
              <a:t>النماذج</a:t>
            </a:r>
            <a:r>
              <a:rPr lang="en-US" sz="5400">
                <a:ln w="22225">
                  <a:solidFill>
                    <a:prstClr val="white"/>
                  </a:solidFill>
                  <a:miter lim="800000"/>
                </a:ln>
                <a:ea typeface="+mj-lt"/>
                <a:cs typeface="+mj-lt"/>
              </a:rPr>
              <a:t> </a:t>
            </a:r>
            <a:r>
              <a:rPr lang="en-US" sz="5400" err="1">
                <a:ln w="22225">
                  <a:solidFill>
                    <a:prstClr val="white"/>
                  </a:solidFill>
                  <a:miter lim="800000"/>
                </a:ln>
              </a:rPr>
              <a:t>الفنية</a:t>
            </a:r>
            <a:r>
              <a:rPr lang="en-US" sz="5400">
                <a:ln w="22225">
                  <a:solidFill>
                    <a:prstClr val="white"/>
                  </a:solidFill>
                  <a:miter lim="800000"/>
                </a:ln>
              </a:rPr>
              <a:t> </a:t>
            </a:r>
            <a:r>
              <a:rPr lang="en-US" sz="5400" err="1">
                <a:ln w="22225">
                  <a:solidFill>
                    <a:prstClr val="white"/>
                  </a:solidFill>
                  <a:miter lim="800000"/>
                </a:ln>
              </a:rPr>
              <a:t>الاستمرارية</a:t>
            </a:r>
            <a:r>
              <a:rPr lang="en-US" sz="5400">
                <a:ln w="22225">
                  <a:solidFill>
                    <a:prstClr val="white"/>
                  </a:solidFill>
                  <a:miter lim="800000"/>
                </a:ln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4248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07C1E54-D0F6-5B86-2DE7-E6EBCB1D7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Continuation chart pattern –falling wedge</a:t>
            </a:r>
          </a:p>
        </p:txBody>
      </p:sp>
      <p:pic>
        <p:nvPicPr>
          <p:cNvPr id="4" name="מציין מיקום תוכן 3" descr="תמונה שמכילה קו, עלילה, תרשים, טקסט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B0EA7627-3B6C-51C7-F504-4F723BC3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053" y="1675227"/>
            <a:ext cx="929989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187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D1FEA66-A770-5B35-A1A3-FB119057C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bullish flag continuation</a:t>
            </a:r>
            <a:r>
              <a:rPr lang="en-US" sz="3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pattern </a:t>
            </a:r>
          </a:p>
        </p:txBody>
      </p:sp>
      <p:pic>
        <p:nvPicPr>
          <p:cNvPr id="9" name="מציין מיקום תוכן 8" descr="תמונה שמכילה טקסט, צילום מסך, תוכנ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068AA9A5-CD92-7CB6-9667-16763BCC3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873" y="1385860"/>
            <a:ext cx="11867064" cy="529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331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 descr="תמונה שמכילה טקסט, צילום מסך, תרשים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5E7C3375-B5AA-B191-0FB1-7E526D42C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494" y="259549"/>
            <a:ext cx="11787381" cy="640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651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0626F17-F74B-2B3F-1936-A18F9F725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200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Continuation chart 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pattern- rising wedge</a:t>
            </a:r>
          </a:p>
        </p:txBody>
      </p:sp>
      <p:pic>
        <p:nvPicPr>
          <p:cNvPr id="4" name="תמונה 3" descr="תמונה שמכילה קו, תרשים, גופן, צילום מסך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63437177-4B88-3D80-E317-E94BAE408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32207"/>
            <a:ext cx="10905066" cy="428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812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F879735-9DE7-2AFD-A3C7-EF64FD27A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Continuation chart pattern- rising wedge</a:t>
            </a:r>
          </a:p>
        </p:txBody>
      </p:sp>
      <p:pic>
        <p:nvPicPr>
          <p:cNvPr id="4" name="מציין מיקום תוכן 3" descr="תמונה שמכילה טקסט, צילום מסך, תרשים, קו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46BADCF1-ADD3-1DE4-A4E2-3EB36457B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07" y="1715332"/>
            <a:ext cx="11279690" cy="489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27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 descr="תמונה שמכילה טקסט, גופן, תרשים, קו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F9341E4B-CA4B-CCE4-6966-79D57B12D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" y="352703"/>
            <a:ext cx="11147777" cy="586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251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מציין מיקום תוכן 3" descr="תמונה שמכילה טקסט, צילום מסך, תרשים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C498A1C6-80A6-82ED-E009-7AEB58E7B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869" y="227645"/>
            <a:ext cx="10949579" cy="63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8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גרף שוק המניות על צג">
            <a:extLst>
              <a:ext uri="{FF2B5EF4-FFF2-40B4-BE49-F238E27FC236}">
                <a16:creationId xmlns:a16="http://schemas.microsoft.com/office/drawing/2014/main" id="{8F52D234-8678-C86F-AF66-A0EF6BDE57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6C510F1-477D-3E62-5BD6-A7A423C4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Support and Resistance Levels 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8116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AFDA23F-306B-217E-9967-41979DBC5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e-IL" sz="4600" b="1">
                <a:latin typeface="Aptos"/>
                <a:cs typeface="Times New Roman"/>
              </a:rPr>
              <a:t>What Are Support and Resistance Levels?</a:t>
            </a:r>
            <a:endParaRPr lang="he-IL" sz="4600">
              <a:latin typeface="Aptos"/>
              <a:cs typeface="Times New Roman"/>
            </a:endParaRPr>
          </a:p>
          <a:p>
            <a:endParaRPr lang="he-IL" sz="4600">
              <a:cs typeface="Times New Roman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ADC1C0B-4F3E-5A5C-85B4-239C30F98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z="2200" b="1">
                <a:latin typeface="Times New Roman"/>
                <a:ea typeface="+mn-lt"/>
                <a:cs typeface="Times New Roman"/>
              </a:rPr>
              <a:t>مستوى الدعم (Support Level):</a:t>
            </a:r>
            <a:endParaRPr lang="he-IL" sz="2200">
              <a:latin typeface="Times New Roman"/>
              <a:cs typeface="Times New Roman"/>
            </a:endParaRPr>
          </a:p>
          <a:p>
            <a:r>
              <a:rPr lang="he-IL" sz="2200">
                <a:latin typeface="Times New Roman"/>
                <a:ea typeface="+mn-lt"/>
                <a:cs typeface="Times New Roman"/>
              </a:rPr>
              <a:t>هو مستوى سعري يمنع السعر من الانخفاض أكثر بسبب وجود طلب قوي عند هذا المستوى. يُعتبر بمثابة "أرضية" يرتد منها السعر للأعلى.</a:t>
            </a:r>
          </a:p>
          <a:p>
            <a:endParaRPr lang="he-IL" sz="2200">
              <a:latin typeface="Times New Roman"/>
              <a:cs typeface="Times New Roman"/>
            </a:endParaRPr>
          </a:p>
          <a:p>
            <a:r>
              <a:rPr lang="he-IL" sz="2200" b="1">
                <a:ea typeface="+mn-lt"/>
                <a:cs typeface="+mn-lt"/>
              </a:rPr>
              <a:t>مستوى المقاومة (Resistance Level):</a:t>
            </a:r>
            <a:endParaRPr lang="he-IL" sz="2200">
              <a:latin typeface="Times New Roman"/>
              <a:cs typeface="Times New Roman"/>
            </a:endParaRPr>
          </a:p>
          <a:p>
            <a:r>
              <a:rPr lang="he-IL" sz="2200">
                <a:ea typeface="+mn-lt"/>
                <a:cs typeface="+mn-lt"/>
              </a:rPr>
              <a:t>هو مستوى سعري يمنع السعر من الارتفاع أكثر بسبب وجود ضغط بيع قوي. يُعتبر بمثابة "سقف" يرتد منه السعر للأسفل.</a:t>
            </a:r>
            <a:endParaRPr lang="he-IL" sz="2200"/>
          </a:p>
        </p:txBody>
      </p:sp>
    </p:spTree>
    <p:extLst>
      <p:ext uri="{BB962C8B-B14F-4D97-AF65-F5344CB8AC3E}">
        <p14:creationId xmlns:p14="http://schemas.microsoft.com/office/powerpoint/2010/main" val="26267818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C0B1544-BECA-A9BF-6F9D-68B6C600F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Support and Resistance Levels </a:t>
            </a:r>
            <a:endParaRPr lang="he-IL">
              <a:ea typeface="+mj-ea"/>
              <a:cs typeface="+mj-cs"/>
            </a:endParaRPr>
          </a:p>
        </p:txBody>
      </p:sp>
      <p:pic>
        <p:nvPicPr>
          <p:cNvPr id="4" name="מציין מיקום תוכן 3" descr="תמונה שמכילה טקסט, צילום מסך, תוכנה, תרשים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33197192-47F4-3AC6-DEB6-D44B4A2983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848" y="1464674"/>
            <a:ext cx="11212672" cy="539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918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 descr="תמונה שמכילה טקסט, צילום מסך, עלילה, תרשים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7F54F771-43E8-E5FE-58FB-682BA5B61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517" r="4373" b="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6A4BDE1-E8B4-FA1F-DF8E-DE02FED23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Support and Resistance Levels </a:t>
            </a:r>
          </a:p>
          <a:p>
            <a:pPr algn="ctr" rtl="0"/>
            <a:endParaRPr lang="en-US" sz="3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4126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5ECAC28-E071-EF7B-629E-B55CF249E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Support Level</a:t>
            </a:r>
          </a:p>
        </p:txBody>
      </p:sp>
      <p:pic>
        <p:nvPicPr>
          <p:cNvPr id="4" name="מציין מיקום תוכן 3" descr="תמונה שמכילה טקסט, צילום מסך, תרשים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D7C006D7-A8B1-4542-E5FF-928A1676D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269" y="1504780"/>
            <a:ext cx="11893066" cy="507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3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 descr="תמונה שמכילה טקסט, צילום מסך, תוכנה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CF51A323-6654-D35E-FB7E-E307C237F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72" y="175733"/>
            <a:ext cx="11957828" cy="659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463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5A7C567-935F-4582-EECF-ECDF00F1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 with reversal chart pattern </a:t>
            </a:r>
          </a:p>
        </p:txBody>
      </p:sp>
      <p:pic>
        <p:nvPicPr>
          <p:cNvPr id="4" name="מציין מיקום תוכן 3" descr="תמונה שמכילה טקסט, צילום מסך, תרשים, עלילה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1C27DB93-37A2-C0C9-276A-2E0D505EA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30" y="1384464"/>
            <a:ext cx="11957808" cy="547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867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גרף שוק המניות על צג">
            <a:extLst>
              <a:ext uri="{FF2B5EF4-FFF2-40B4-BE49-F238E27FC236}">
                <a16:creationId xmlns:a16="http://schemas.microsoft.com/office/drawing/2014/main" id="{8F52D234-8678-C86F-AF66-A0EF6BDE57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6C510F1-477D-3E62-5BD6-A7A423C4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Trendline </a:t>
            </a:r>
            <a:endParaRPr lang="he-IL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3058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 descr="תמונה שמכילה טקסט, צילום מסך, עלילה, תרשים&#10;&#10;ייתכן שתוכן שנוצר על-ידי בינה מלאכותית לא יהיה נכון.">
            <a:extLst>
              <a:ext uri="{FF2B5EF4-FFF2-40B4-BE49-F238E27FC236}">
                <a16:creationId xmlns:a16="http://schemas.microsoft.com/office/drawing/2014/main" id="{37432062-6F0B-4FB3-D060-18C08056E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66" y="142150"/>
            <a:ext cx="11970028" cy="652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8839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מסך רחב</PresentationFormat>
  <Slides>59</Slides>
  <Notes>0</Notes>
  <HiddenSlides>0</HiddenSlide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59</vt:i4>
      </vt:variant>
    </vt:vector>
  </HeadingPairs>
  <TitlesOfParts>
    <vt:vector size="60" baseType="lpstr">
      <vt:lpstr>ערכת נושא Office</vt:lpstr>
      <vt:lpstr>كورس تداول العملات الرقمية - Alpha Traders</vt:lpstr>
      <vt:lpstr>كورس تداول العملات الرقمية - Alpha Traders</vt:lpstr>
      <vt:lpstr>الشموع اليابانية </vt:lpstr>
      <vt:lpstr>جسم الشمعة :Candlestick </vt:lpstr>
      <vt:lpstr>Reversal CandleStick Patterns </vt:lpstr>
      <vt:lpstr>מצגת של PowerPoint‏</vt:lpstr>
      <vt:lpstr>Example of a reversal Pattern Hammer </vt:lpstr>
      <vt:lpstr>מצגת של PowerPoint‏</vt:lpstr>
      <vt:lpstr>מצגת של PowerPoint‏</vt:lpstr>
      <vt:lpstr>Morning Star </vt:lpstr>
      <vt:lpstr>מצגת של PowerPoint‏</vt:lpstr>
      <vt:lpstr>Evening star</vt:lpstr>
      <vt:lpstr>מצגת של PowerPoint‏</vt:lpstr>
      <vt:lpstr>Three White soliders Patterns </vt:lpstr>
      <vt:lpstr>מצגת של PowerPoint‏</vt:lpstr>
      <vt:lpstr>Three Black Crows Pattern </vt:lpstr>
      <vt:lpstr>מצגת של PowerPoint‏</vt:lpstr>
      <vt:lpstr>Hanging Man </vt:lpstr>
      <vt:lpstr>Doji :Neutral Candlestick Patterns</vt:lpstr>
      <vt:lpstr>מצגת של PowerPoint‏</vt:lpstr>
      <vt:lpstr>Continuation Candlestick Patterns </vt:lpstr>
      <vt:lpstr>Rising Three Methods Candlestick </vt:lpstr>
      <vt:lpstr>מצגת של PowerPoint‏</vt:lpstr>
      <vt:lpstr>Falling Three Methods</vt:lpstr>
      <vt:lpstr>מצגת של PowerPoint‏</vt:lpstr>
      <vt:lpstr>מצגת של PowerPoint‏</vt:lpstr>
      <vt:lpstr>الشموع اليابانية </vt:lpstr>
      <vt:lpstr>Reversal Chart Patterns النماذج الفنية الانعكاسية</vt:lpstr>
      <vt:lpstr>Double Top Pattern-Bullish reversal chart pattern </vt:lpstr>
      <vt:lpstr>Double Top Pattern-Bullish reversal chart pattern </vt:lpstr>
      <vt:lpstr>מצגת של PowerPoint‏</vt:lpstr>
      <vt:lpstr>Double Bottom Pattern-Bearish reversal chart pattern  </vt:lpstr>
      <vt:lpstr>מצגת של PowerPoint‏</vt:lpstr>
      <vt:lpstr>Head and shoulders - رأس وكتفين </vt:lpstr>
      <vt:lpstr>מצגת של PowerPoint‏</vt:lpstr>
      <vt:lpstr>Inverted Head and Shoulders Pattern  </vt:lpstr>
      <vt:lpstr>Rising Wedge وتد صاعد</vt:lpstr>
      <vt:lpstr>מצגת של PowerPoint‏</vt:lpstr>
      <vt:lpstr>מצגת של PowerPoint‏</vt:lpstr>
      <vt:lpstr>Falling wedge وتد هابط</vt:lpstr>
      <vt:lpstr>מצגת של PowerPoint‏</vt:lpstr>
      <vt:lpstr>Falling wedge reversal pattern </vt:lpstr>
      <vt:lpstr>Continuation Chart Patterns النماذج الفنية الاستمرارية </vt:lpstr>
      <vt:lpstr>Continuation chart pattern –falling wedge</vt:lpstr>
      <vt:lpstr>bullish flag continuation pattern </vt:lpstr>
      <vt:lpstr>מצגת של PowerPoint‏</vt:lpstr>
      <vt:lpstr>Continuation chart pattern- rising wedge</vt:lpstr>
      <vt:lpstr>Continuation chart pattern- rising wedge</vt:lpstr>
      <vt:lpstr>מצגת של PowerPoint‏</vt:lpstr>
      <vt:lpstr>מצגת של PowerPoint‏</vt:lpstr>
      <vt:lpstr>Support and Resistance Levels </vt:lpstr>
      <vt:lpstr>What Are Support and Resistance Levels? </vt:lpstr>
      <vt:lpstr>Support and Resistance Levels </vt:lpstr>
      <vt:lpstr>Support and Resistance Levels  </vt:lpstr>
      <vt:lpstr>Support Level</vt:lpstr>
      <vt:lpstr>מצגת של PowerPoint‏</vt:lpstr>
      <vt:lpstr>Example with reversal chart pattern </vt:lpstr>
      <vt:lpstr>Trendline 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30</cp:revision>
  <dcterms:created xsi:type="dcterms:W3CDTF">2025-01-17T13:53:49Z</dcterms:created>
  <dcterms:modified xsi:type="dcterms:W3CDTF">2025-01-18T18:48:39Z</dcterms:modified>
</cp:coreProperties>
</file>